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5"/>
  </p:notesMasterIdLst>
  <p:handoutMasterIdLst>
    <p:handoutMasterId r:id="rId16"/>
  </p:handoutMasterIdLst>
  <p:sldIdLst>
    <p:sldId id="330" r:id="rId5"/>
    <p:sldId id="332" r:id="rId6"/>
    <p:sldId id="334" r:id="rId7"/>
    <p:sldId id="336" r:id="rId8"/>
    <p:sldId id="337" r:id="rId9"/>
    <p:sldId id="343" r:id="rId10"/>
    <p:sldId id="344" r:id="rId11"/>
    <p:sldId id="338" r:id="rId12"/>
    <p:sldId id="339" r:id="rId13"/>
    <p:sldId id="34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D7AC3CCA-C797-4891-BE02-D94E43425B78}">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409" autoAdjust="0"/>
  </p:normalViewPr>
  <p:slideViewPr>
    <p:cSldViewPr snapToGrid="0">
      <p:cViewPr varScale="1">
        <p:scale>
          <a:sx n="153" d="100"/>
          <a:sy n="153" d="100"/>
        </p:scale>
        <p:origin x="624" y="144"/>
      </p:cViewPr>
      <p:guideLst/>
    </p:cSldViewPr>
  </p:slideViewPr>
  <p:outlineViewPr>
    <p:cViewPr>
      <p:scale>
        <a:sx n="33" d="100"/>
        <a:sy n="33" d="100"/>
      </p:scale>
      <p:origin x="0" y="-15072"/>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9C198B-720E-C672-0A1F-810B02D7D6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D251430-053F-DF2E-13BD-5EF99EFB68D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2949AF-D433-4BA9-985A-0F5A71B8713D}" type="datetimeFigureOut">
              <a:rPr lang="en-US" smtClean="0"/>
              <a:t>3/13/2026</a:t>
            </a:fld>
            <a:endParaRPr lang="en-US" dirty="0"/>
          </a:p>
        </p:txBody>
      </p:sp>
      <p:sp>
        <p:nvSpPr>
          <p:cNvPr id="4" name="Footer Placeholder 3">
            <a:extLst>
              <a:ext uri="{FF2B5EF4-FFF2-40B4-BE49-F238E27FC236}">
                <a16:creationId xmlns:a16="http://schemas.microsoft.com/office/drawing/2014/main" id="{A6DFFCF5-9E67-D641-CB26-31CBEB9DA54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DDB857-6406-8EE5-670A-A888D4D9E4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894985-3448-4B54-B340-F6E34589E76C}" type="slidenum">
              <a:rPr lang="en-US" smtClean="0"/>
              <a:t>‹#›</a:t>
            </a:fld>
            <a:endParaRPr lang="en-US" dirty="0"/>
          </a:p>
        </p:txBody>
      </p:sp>
    </p:spTree>
    <p:extLst>
      <p:ext uri="{BB962C8B-B14F-4D97-AF65-F5344CB8AC3E}">
        <p14:creationId xmlns:p14="http://schemas.microsoft.com/office/powerpoint/2010/main" val="5317544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EA0533-A760-432F-87BD-515264C2976F}" type="datetimeFigureOut">
              <a:rPr lang="en-US" smtClean="0"/>
              <a:t>3/13/2026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46F2B-1084-40BA-9F0A-B1F6847335C5}" type="slidenum">
              <a:rPr lang="en-US" smtClean="0"/>
              <a:t>‹#›</a:t>
            </a:fld>
            <a:endParaRPr lang="en-US" dirty="0"/>
          </a:p>
        </p:txBody>
      </p:sp>
    </p:spTree>
    <p:extLst>
      <p:ext uri="{BB962C8B-B14F-4D97-AF65-F5344CB8AC3E}">
        <p14:creationId xmlns:p14="http://schemas.microsoft.com/office/powerpoint/2010/main" val="3812076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46F2B-1084-40BA-9F0A-B1F6847335C5}" type="slidenum">
              <a:rPr lang="en-US" smtClean="0"/>
              <a:t>1</a:t>
            </a:fld>
            <a:endParaRPr lang="en-US" dirty="0"/>
          </a:p>
        </p:txBody>
      </p:sp>
    </p:spTree>
    <p:extLst>
      <p:ext uri="{BB962C8B-B14F-4D97-AF65-F5344CB8AC3E}">
        <p14:creationId xmlns:p14="http://schemas.microsoft.com/office/powerpoint/2010/main" val="3176679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46F2B-1084-40BA-9F0A-B1F6847335C5}" type="slidenum">
              <a:rPr lang="en-US" smtClean="0"/>
              <a:t>2</a:t>
            </a:fld>
            <a:endParaRPr lang="en-US" dirty="0"/>
          </a:p>
        </p:txBody>
      </p:sp>
    </p:spTree>
    <p:extLst>
      <p:ext uri="{BB962C8B-B14F-4D97-AF65-F5344CB8AC3E}">
        <p14:creationId xmlns:p14="http://schemas.microsoft.com/office/powerpoint/2010/main" val="3745090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46F2B-1084-40BA-9F0A-B1F6847335C5}" type="slidenum">
              <a:rPr lang="en-US" smtClean="0"/>
              <a:t>3</a:t>
            </a:fld>
            <a:endParaRPr lang="en-US" dirty="0"/>
          </a:p>
        </p:txBody>
      </p:sp>
    </p:spTree>
    <p:extLst>
      <p:ext uri="{BB962C8B-B14F-4D97-AF65-F5344CB8AC3E}">
        <p14:creationId xmlns:p14="http://schemas.microsoft.com/office/powerpoint/2010/main" val="3318105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46F2B-1084-40BA-9F0A-B1F6847335C5}" type="slidenum">
              <a:rPr lang="en-US" smtClean="0"/>
              <a:t>4</a:t>
            </a:fld>
            <a:endParaRPr lang="en-US" dirty="0"/>
          </a:p>
        </p:txBody>
      </p:sp>
    </p:spTree>
    <p:extLst>
      <p:ext uri="{BB962C8B-B14F-4D97-AF65-F5344CB8AC3E}">
        <p14:creationId xmlns:p14="http://schemas.microsoft.com/office/powerpoint/2010/main" val="3300399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46F2B-1084-40BA-9F0A-B1F6847335C5}" type="slidenum">
              <a:rPr lang="en-US" smtClean="0"/>
              <a:t>5</a:t>
            </a:fld>
            <a:endParaRPr lang="en-US" dirty="0"/>
          </a:p>
        </p:txBody>
      </p:sp>
    </p:spTree>
    <p:extLst>
      <p:ext uri="{BB962C8B-B14F-4D97-AF65-F5344CB8AC3E}">
        <p14:creationId xmlns:p14="http://schemas.microsoft.com/office/powerpoint/2010/main" val="1359224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46F2B-1084-40BA-9F0A-B1F6847335C5}" type="slidenum">
              <a:rPr lang="en-US" smtClean="0"/>
              <a:t>8</a:t>
            </a:fld>
            <a:endParaRPr lang="en-US" dirty="0"/>
          </a:p>
        </p:txBody>
      </p:sp>
    </p:spTree>
    <p:extLst>
      <p:ext uri="{BB962C8B-B14F-4D97-AF65-F5344CB8AC3E}">
        <p14:creationId xmlns:p14="http://schemas.microsoft.com/office/powerpoint/2010/main" val="771647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46F2B-1084-40BA-9F0A-B1F6847335C5}" type="slidenum">
              <a:rPr lang="en-US" smtClean="0"/>
              <a:t>9</a:t>
            </a:fld>
            <a:endParaRPr lang="en-US" dirty="0"/>
          </a:p>
        </p:txBody>
      </p:sp>
    </p:spTree>
    <p:extLst>
      <p:ext uri="{BB962C8B-B14F-4D97-AF65-F5344CB8AC3E}">
        <p14:creationId xmlns:p14="http://schemas.microsoft.com/office/powerpoint/2010/main" val="2817911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46F2B-1084-40BA-9F0A-B1F6847335C5}" type="slidenum">
              <a:rPr lang="en-US" smtClean="0"/>
              <a:t>10</a:t>
            </a:fld>
            <a:endParaRPr lang="en-US" dirty="0"/>
          </a:p>
        </p:txBody>
      </p:sp>
    </p:spTree>
    <p:extLst>
      <p:ext uri="{BB962C8B-B14F-4D97-AF65-F5344CB8AC3E}">
        <p14:creationId xmlns:p14="http://schemas.microsoft.com/office/powerpoint/2010/main" val="3763279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chemeClr val="tx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2456284" y="4549768"/>
            <a:ext cx="9236032" cy="1639767"/>
          </a:xfrm>
        </p:spPr>
        <p:txBody>
          <a:bodyPr anchor="ctr">
            <a:normAutofit/>
          </a:bodyPr>
          <a:lstStyle>
            <a:lvl1pPr>
              <a:defRPr sz="4800" spc="0" baseline="0">
                <a:solidFill>
                  <a:schemeClr val="bg1"/>
                </a:solidFill>
              </a:defRPr>
            </a:lvl1pPr>
          </a:lstStyle>
          <a:p>
            <a:r>
              <a:rPr lang="en-US" dirty="0"/>
              <a:t>Click to add title</a:t>
            </a:r>
          </a:p>
        </p:txBody>
      </p: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785376" y="4751091"/>
            <a:ext cx="1060704" cy="1225296"/>
          </a:xfrm>
        </p:spPr>
        <p:txBody>
          <a:bodyPr>
            <a:noAutofit/>
          </a:bodyPr>
          <a:lstStyle>
            <a:lvl1pPr marL="0" indent="0" algn="ctr">
              <a:buNone/>
              <a:defRPr sz="1200">
                <a:solidFill>
                  <a:schemeClr val="bg1"/>
                </a:solidFill>
              </a:defRPr>
            </a:lvl1pPr>
          </a:lstStyle>
          <a:p>
            <a:r>
              <a:rPr lang="en-US"/>
              <a:t>Click icon to add picture</a:t>
            </a:r>
            <a:endParaRPr lang="en-US" dirty="0"/>
          </a:p>
        </p:txBody>
      </p:sp>
      <p:sp>
        <p:nvSpPr>
          <p:cNvPr id="11" name="Rectangle 10">
            <a:extLst>
              <a:ext uri="{FF2B5EF4-FFF2-40B4-BE49-F238E27FC236}">
                <a16:creationId xmlns:a16="http://schemas.microsoft.com/office/drawing/2014/main" id="{63C27092-C66B-F15B-27C8-9D197E7DC6AC}"/>
              </a:ext>
              <a:ext uri="{C183D7F6-B498-43B3-948B-1728B52AA6E4}">
                <adec:decorative xmlns:adec="http://schemas.microsoft.com/office/drawing/2017/decorative" val="1"/>
              </a:ext>
            </a:extLst>
          </p:cNvPr>
          <p:cNvSpPr/>
          <p:nvPr userDrawn="1"/>
        </p:nvSpPr>
        <p:spPr>
          <a:xfrm>
            <a:off x="380512" y="4436569"/>
            <a:ext cx="1870432" cy="185434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4233F11-FC39-B975-A1C8-8D59FB19909E}"/>
              </a:ext>
              <a:ext uri="{C183D7F6-B498-43B3-948B-1728B52AA6E4}">
                <adec:decorative xmlns:adec="http://schemas.microsoft.com/office/drawing/2017/decorative" val="1"/>
              </a:ext>
            </a:extLst>
          </p:cNvPr>
          <p:cNvSpPr/>
          <p:nvPr userDrawn="1"/>
        </p:nvSpPr>
        <p:spPr>
          <a:xfrm>
            <a:off x="385494" y="4436569"/>
            <a:ext cx="11418886" cy="185434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2" descr="A black and white swirl">
            <a:extLst>
              <a:ext uri="{FF2B5EF4-FFF2-40B4-BE49-F238E27FC236}">
                <a16:creationId xmlns:a16="http://schemas.microsoft.com/office/drawing/2014/main" id="{98138DC1-DEFD-0D46-996F-0FCA7D496217}"/>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l="3232" r="3232"/>
          <a:stretch/>
        </p:blipFill>
        <p:spPr bwMode="auto">
          <a:xfrm>
            <a:off x="0" y="0"/>
            <a:ext cx="12192000" cy="3881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603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1">
    <p:bg>
      <p:bgPr>
        <a:solidFill>
          <a:schemeClr val="tx1"/>
        </a:solidFill>
        <a:effectLst/>
      </p:bgPr>
    </p:bg>
    <p:spTree>
      <p:nvGrpSpPr>
        <p:cNvPr id="1" name=""/>
        <p:cNvGrpSpPr/>
        <p:nvPr/>
      </p:nvGrpSpPr>
      <p:grpSpPr>
        <a:xfrm>
          <a:off x="0" y="0"/>
          <a:ext cx="0" cy="0"/>
          <a:chOff x="0" y="0"/>
          <a:chExt cx="0" cy="0"/>
        </a:xfrm>
      </p:grpSpPr>
      <p:pic>
        <p:nvPicPr>
          <p:cNvPr id="2" name="Picture Placeholder 28" descr="A black and white swirl">
            <a:extLst>
              <a:ext uri="{FF2B5EF4-FFF2-40B4-BE49-F238E27FC236}">
                <a16:creationId xmlns:a16="http://schemas.microsoft.com/office/drawing/2014/main" id="{E0E98391-1458-F827-27BD-1108152C3044}"/>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t="14117" b="14117"/>
          <a:stretch/>
        </p:blipFill>
        <p:spPr bwMode="auto">
          <a:xfrm>
            <a:off x="8850313" y="-10048"/>
            <a:ext cx="3341687" cy="628808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397764" y="481564"/>
            <a:ext cx="5511330"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cxnSp>
        <p:nvCxnSpPr>
          <p:cNvPr id="5" name="Straight Connector 4">
            <a:extLst>
              <a:ext uri="{FF2B5EF4-FFF2-40B4-BE49-F238E27FC236}">
                <a16:creationId xmlns:a16="http://schemas.microsoft.com/office/drawing/2014/main" id="{5465722B-32FD-2BCE-1067-F139CC4B55F7}"/>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C69E6AB5-CF7E-0DCA-92AE-733A87121D51}"/>
              </a:ext>
            </a:extLst>
          </p:cNvPr>
          <p:cNvSpPr>
            <a:spLocks noGrp="1"/>
          </p:cNvSpPr>
          <p:nvPr>
            <p:ph sz="quarter" idx="15"/>
          </p:nvPr>
        </p:nvSpPr>
        <p:spPr>
          <a:xfrm>
            <a:off x="396414" y="1999625"/>
            <a:ext cx="7755923" cy="3416926"/>
          </a:xfrm>
        </p:spPr>
        <p:txBody>
          <a:bodyPr>
            <a:normAutofit/>
          </a:bodyPr>
          <a:lstStyle>
            <a:lvl1pPr marL="0" indent="0">
              <a:lnSpc>
                <a:spcPct val="150000"/>
              </a:lnSpc>
              <a:buNone/>
              <a:defRPr sz="2400">
                <a:solidFill>
                  <a:schemeClr val="bg1"/>
                </a:solidFill>
              </a:defRPr>
            </a:lvl1pPr>
            <a:lvl2pPr marL="457200" indent="0">
              <a:lnSpc>
                <a:spcPct val="150000"/>
              </a:lnSpc>
              <a:buNone/>
              <a:defRPr sz="2000">
                <a:solidFill>
                  <a:schemeClr val="bg1"/>
                </a:solidFill>
              </a:defRPr>
            </a:lvl2pPr>
            <a:lvl3pPr marL="914400" indent="0">
              <a:lnSpc>
                <a:spcPct val="150000"/>
              </a:lnSpc>
              <a:buNone/>
              <a:defRPr sz="1800">
                <a:solidFill>
                  <a:schemeClr val="bg1"/>
                </a:solidFill>
              </a:defRPr>
            </a:lvl3pPr>
            <a:lvl4pPr marL="1371600" indent="0">
              <a:lnSpc>
                <a:spcPct val="150000"/>
              </a:lnSpc>
              <a:buNone/>
              <a:defRPr sz="1600">
                <a:solidFill>
                  <a:schemeClr val="bg1"/>
                </a:solidFill>
              </a:defRPr>
            </a:lvl4pPr>
            <a:lvl5pPr marL="1828800" indent="0">
              <a:lnSpc>
                <a:spcPct val="150000"/>
              </a:lnSpc>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
        <p:nvSpPr>
          <p:cNvPr id="24" name="Rectangle 23">
            <a:extLst>
              <a:ext uri="{FF2B5EF4-FFF2-40B4-BE49-F238E27FC236}">
                <a16:creationId xmlns:a16="http://schemas.microsoft.com/office/drawing/2014/main" id="{63C27092-C66B-F15B-27C8-9D197E7DC6AC}"/>
              </a:ext>
              <a:ext uri="{C183D7F6-B498-43B3-948B-1728B52AA6E4}">
                <adec:decorative xmlns:adec="http://schemas.microsoft.com/office/drawing/2017/decorative" val="1"/>
              </a:ext>
            </a:extLst>
          </p:cNvPr>
          <p:cNvSpPr/>
          <p:nvPr userDrawn="1"/>
        </p:nvSpPr>
        <p:spPr>
          <a:xfrm>
            <a:off x="5919142" y="481564"/>
            <a:ext cx="5875094" cy="577967"/>
          </a:xfrm>
          <a:prstGeom prst="rect">
            <a:avLst/>
          </a:prstGeom>
          <a:no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1149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2">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163D3AF-244F-8916-F651-821F8358D47A}"/>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bwMode="auto">
          <a:xfrm>
            <a:off x="0" y="-8746"/>
            <a:ext cx="5543492" cy="6866741"/>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2AA1DD0D-C777-E7A4-3A12-EEF5F8DF0A13}"/>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8EFC1479-F559-4482-4396-460E5C523677}"/>
              </a:ext>
              <a:ext uri="{C183D7F6-B498-43B3-948B-1728B52AA6E4}">
                <adec:decorative xmlns:adec="http://schemas.microsoft.com/office/drawing/2017/decorative" val="1"/>
              </a:ext>
            </a:extLst>
          </p:cNvPr>
          <p:cNvSpPr/>
          <p:nvPr userDrawn="1"/>
        </p:nvSpPr>
        <p:spPr>
          <a:xfrm>
            <a:off x="385494" y="453886"/>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6094936" y="458695"/>
            <a:ext cx="5690715"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20" name="Picture Placeholder 19">
            <a:extLst>
              <a:ext uri="{FF2B5EF4-FFF2-40B4-BE49-F238E27FC236}">
                <a16:creationId xmlns:a16="http://schemas.microsoft.com/office/drawing/2014/main" id="{5B5B2B5D-6426-1B4B-A686-FDC69069D84A}"/>
              </a:ext>
            </a:extLst>
          </p:cNvPr>
          <p:cNvSpPr>
            <a:spLocks noGrp="1"/>
          </p:cNvSpPr>
          <p:nvPr>
            <p:ph type="pic" sz="quarter" idx="16" hasCustomPrompt="1"/>
          </p:nvPr>
        </p:nvSpPr>
        <p:spPr>
          <a:xfrm>
            <a:off x="922338" y="1587500"/>
            <a:ext cx="3703320" cy="4279392"/>
          </a:xfrm>
        </p:spPr>
        <p:txBody>
          <a:bodyPr/>
          <a:lstStyle>
            <a:lvl1pPr marL="0" indent="0" algn="ctr">
              <a:buNone/>
              <a:defRPr>
                <a:solidFill>
                  <a:schemeClr val="bg1"/>
                </a:solidFill>
              </a:defRPr>
            </a:lvl1pPr>
          </a:lstStyle>
          <a:p>
            <a:r>
              <a:rPr lang="en-US" dirty="0"/>
              <a:t>Click Icon to add picture</a:t>
            </a:r>
          </a:p>
        </p:txBody>
      </p:sp>
      <p:sp>
        <p:nvSpPr>
          <p:cNvPr id="15" name="Content Placeholder 14">
            <a:extLst>
              <a:ext uri="{FF2B5EF4-FFF2-40B4-BE49-F238E27FC236}">
                <a16:creationId xmlns:a16="http://schemas.microsoft.com/office/drawing/2014/main" id="{C69E6AB5-CF7E-0DCA-92AE-733A87121D51}"/>
              </a:ext>
            </a:extLst>
          </p:cNvPr>
          <p:cNvSpPr>
            <a:spLocks noGrp="1"/>
          </p:cNvSpPr>
          <p:nvPr>
            <p:ph sz="quarter" idx="15"/>
          </p:nvPr>
        </p:nvSpPr>
        <p:spPr>
          <a:xfrm>
            <a:off x="6096115" y="1552237"/>
            <a:ext cx="5689537" cy="3875371"/>
          </a:xfrm>
        </p:spPr>
        <p:txBody>
          <a:bodyPr anchor="ctr">
            <a:normAutofit/>
          </a:bodyPr>
          <a:lstStyle>
            <a:lvl1pPr marL="0" indent="0">
              <a:lnSpc>
                <a:spcPct val="150000"/>
              </a:lnSpc>
              <a:buNone/>
              <a:defRPr sz="2400">
                <a:solidFill>
                  <a:schemeClr val="bg1"/>
                </a:solidFill>
              </a:defRPr>
            </a:lvl1pPr>
            <a:lvl2pPr marL="457200" indent="0">
              <a:lnSpc>
                <a:spcPct val="150000"/>
              </a:lnSpc>
              <a:buNone/>
              <a:defRPr sz="2000">
                <a:solidFill>
                  <a:schemeClr val="bg1"/>
                </a:solidFill>
              </a:defRPr>
            </a:lvl2pPr>
            <a:lvl3pPr marL="914400" indent="0">
              <a:lnSpc>
                <a:spcPct val="150000"/>
              </a:lnSpc>
              <a:buNone/>
              <a:defRPr sz="1800">
                <a:solidFill>
                  <a:schemeClr val="bg1"/>
                </a:solidFill>
              </a:defRPr>
            </a:lvl3pPr>
            <a:lvl4pPr marL="1371600" indent="0">
              <a:lnSpc>
                <a:spcPct val="150000"/>
              </a:lnSpc>
              <a:buNone/>
              <a:defRPr sz="1600">
                <a:solidFill>
                  <a:schemeClr val="bg1"/>
                </a:solidFill>
              </a:defRPr>
            </a:lvl4pPr>
            <a:lvl5pPr marL="1828800" indent="0">
              <a:lnSpc>
                <a:spcPct val="150000"/>
              </a:lnSpc>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Tree>
    <p:extLst>
      <p:ext uri="{BB962C8B-B14F-4D97-AF65-F5344CB8AC3E}">
        <p14:creationId xmlns:p14="http://schemas.microsoft.com/office/powerpoint/2010/main" val="971906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1">
    <p:bg>
      <p:bgPr>
        <a:solidFill>
          <a:schemeClr val="tx1"/>
        </a:solidFill>
        <a:effectLst/>
      </p:bgPr>
    </p:bg>
    <p:spTree>
      <p:nvGrpSpPr>
        <p:cNvPr id="1" name=""/>
        <p:cNvGrpSpPr/>
        <p:nvPr/>
      </p:nvGrpSpPr>
      <p:grpSpPr>
        <a:xfrm>
          <a:off x="0" y="0"/>
          <a:ext cx="0" cy="0"/>
          <a:chOff x="0" y="0"/>
          <a:chExt cx="0" cy="0"/>
        </a:xfrm>
      </p:grpSpPr>
      <p:pic>
        <p:nvPicPr>
          <p:cNvPr id="3" name="Picture 2" descr="A black and white swirl">
            <a:extLst>
              <a:ext uri="{FF2B5EF4-FFF2-40B4-BE49-F238E27FC236}">
                <a16:creationId xmlns:a16="http://schemas.microsoft.com/office/drawing/2014/main" id="{A724E2E5-65AF-7BFA-A4CB-B46550665E73}"/>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l="3404" r="3404"/>
          <a:stretch/>
        </p:blipFill>
        <p:spPr bwMode="auto">
          <a:xfrm>
            <a:off x="1" y="1615964"/>
            <a:ext cx="12192000" cy="3896139"/>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397764" y="481564"/>
            <a:ext cx="5511330"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15" name="Content Placeholder 14">
            <a:extLst>
              <a:ext uri="{FF2B5EF4-FFF2-40B4-BE49-F238E27FC236}">
                <a16:creationId xmlns:a16="http://schemas.microsoft.com/office/drawing/2014/main" id="{C69E6AB5-CF7E-0DCA-92AE-733A87121D51}"/>
              </a:ext>
            </a:extLst>
          </p:cNvPr>
          <p:cNvSpPr>
            <a:spLocks noGrp="1"/>
          </p:cNvSpPr>
          <p:nvPr>
            <p:ph sz="quarter" idx="15" hasCustomPrompt="1"/>
          </p:nvPr>
        </p:nvSpPr>
        <p:spPr>
          <a:xfrm>
            <a:off x="295934" y="3175280"/>
            <a:ext cx="9340439" cy="3112929"/>
          </a:xfrm>
        </p:spPr>
        <p:txBody>
          <a:bodyPr>
            <a:noAutofit/>
          </a:bodyPr>
          <a:lstStyle>
            <a:lvl1pPr marL="0" indent="0">
              <a:lnSpc>
                <a:spcPct val="90000"/>
              </a:lnSpc>
              <a:buNone/>
              <a:defRPr sz="4800" cap="all" baseline="0">
                <a:solidFill>
                  <a:schemeClr val="bg1"/>
                </a:solidFill>
                <a:latin typeface="+mj-lt"/>
              </a:defRPr>
            </a:lvl1pPr>
            <a:lvl2pPr marL="457200" indent="0">
              <a:lnSpc>
                <a:spcPct val="150000"/>
              </a:lnSpc>
              <a:buNone/>
              <a:defRPr sz="4400" cap="all" baseline="0">
                <a:solidFill>
                  <a:schemeClr val="bg1"/>
                </a:solidFill>
                <a:latin typeface="+mj-lt"/>
              </a:defRPr>
            </a:lvl2pPr>
            <a:lvl3pPr marL="914400" indent="0">
              <a:lnSpc>
                <a:spcPct val="150000"/>
              </a:lnSpc>
              <a:buNone/>
              <a:defRPr sz="4000" cap="all" baseline="0">
                <a:solidFill>
                  <a:schemeClr val="bg1"/>
                </a:solidFill>
                <a:latin typeface="+mj-lt"/>
              </a:defRPr>
            </a:lvl3pPr>
            <a:lvl4pPr marL="1371600" indent="0">
              <a:lnSpc>
                <a:spcPct val="150000"/>
              </a:lnSpc>
              <a:buNone/>
              <a:defRPr sz="3600" cap="all" baseline="0">
                <a:solidFill>
                  <a:schemeClr val="bg1"/>
                </a:solidFill>
                <a:latin typeface="+mj-lt"/>
              </a:defRPr>
            </a:lvl4pPr>
            <a:lvl5pPr marL="1828800" indent="0">
              <a:lnSpc>
                <a:spcPct val="150000"/>
              </a:lnSpc>
              <a:buNone/>
              <a:defRPr sz="3600" cap="all" baseline="0">
                <a:solidFill>
                  <a:schemeClr val="bg1"/>
                </a:solidFill>
                <a:latin typeface="+mj-lt"/>
              </a:defRPr>
            </a:lvl5pPr>
          </a:lstStyle>
          <a:p>
            <a:pPr lvl="0"/>
            <a:r>
              <a:rPr lang="en-US" dirty="0"/>
              <a:t>Click to add text</a:t>
            </a:r>
          </a:p>
        </p:txBody>
      </p:sp>
      <p:cxnSp>
        <p:nvCxnSpPr>
          <p:cNvPr id="5" name="Straight Connector 4">
            <a:extLst>
              <a:ext uri="{FF2B5EF4-FFF2-40B4-BE49-F238E27FC236}">
                <a16:creationId xmlns:a16="http://schemas.microsoft.com/office/drawing/2014/main" id="{5465722B-32FD-2BCE-1067-F139CC4B55F7}"/>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
        <p:nvSpPr>
          <p:cNvPr id="11" name="Rectangle 10">
            <a:extLst>
              <a:ext uri="{FF2B5EF4-FFF2-40B4-BE49-F238E27FC236}">
                <a16:creationId xmlns:a16="http://schemas.microsoft.com/office/drawing/2014/main" id="{0F5851EA-2240-1F4B-775C-C9DBF7C2C44E}"/>
              </a:ext>
              <a:ext uri="{C183D7F6-B498-43B3-948B-1728B52AA6E4}">
                <adec:decorative xmlns:adec="http://schemas.microsoft.com/office/drawing/2017/decorative" val="1"/>
              </a:ext>
            </a:extLst>
          </p:cNvPr>
          <p:cNvSpPr/>
          <p:nvPr userDrawn="1"/>
        </p:nvSpPr>
        <p:spPr>
          <a:xfrm>
            <a:off x="405590" y="473982"/>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679121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Image and Content 1">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AA1DD0D-C777-E7A4-3A12-EEF5F8DF0A13}"/>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8EFC1479-F559-4482-4396-460E5C523677}"/>
              </a:ext>
              <a:ext uri="{C183D7F6-B498-43B3-948B-1728B52AA6E4}">
                <adec:decorative xmlns:adec="http://schemas.microsoft.com/office/drawing/2017/decorative" val="1"/>
              </a:ext>
            </a:extLst>
          </p:cNvPr>
          <p:cNvSpPr/>
          <p:nvPr userDrawn="1"/>
        </p:nvSpPr>
        <p:spPr>
          <a:xfrm>
            <a:off x="385494" y="453886"/>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6094936" y="458695"/>
            <a:ext cx="5690715"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20" name="Picture Placeholder 19">
            <a:extLst>
              <a:ext uri="{FF2B5EF4-FFF2-40B4-BE49-F238E27FC236}">
                <a16:creationId xmlns:a16="http://schemas.microsoft.com/office/drawing/2014/main" id="{5B5B2B5D-6426-1B4B-A686-FDC69069D84A}"/>
              </a:ext>
            </a:extLst>
          </p:cNvPr>
          <p:cNvSpPr>
            <a:spLocks noGrp="1"/>
          </p:cNvSpPr>
          <p:nvPr>
            <p:ph type="pic" sz="quarter" idx="16" hasCustomPrompt="1"/>
          </p:nvPr>
        </p:nvSpPr>
        <p:spPr>
          <a:xfrm>
            <a:off x="837273" y="1840378"/>
            <a:ext cx="4206240" cy="3639312"/>
          </a:xfrm>
        </p:spPr>
        <p:txBody>
          <a:bodyPr/>
          <a:lstStyle>
            <a:lvl1pPr marL="0" indent="0" algn="ctr">
              <a:buNone/>
              <a:defRPr>
                <a:solidFill>
                  <a:schemeClr val="bg1"/>
                </a:solidFill>
              </a:defRPr>
            </a:lvl1pPr>
          </a:lstStyle>
          <a:p>
            <a:r>
              <a:rPr lang="en-US" dirty="0"/>
              <a:t>Click Icon to add picture</a:t>
            </a:r>
          </a:p>
        </p:txBody>
      </p:sp>
      <p:sp>
        <p:nvSpPr>
          <p:cNvPr id="15" name="Content Placeholder 14">
            <a:extLst>
              <a:ext uri="{FF2B5EF4-FFF2-40B4-BE49-F238E27FC236}">
                <a16:creationId xmlns:a16="http://schemas.microsoft.com/office/drawing/2014/main" id="{C69E6AB5-CF7E-0DCA-92AE-733A87121D51}"/>
              </a:ext>
            </a:extLst>
          </p:cNvPr>
          <p:cNvSpPr>
            <a:spLocks noGrp="1"/>
          </p:cNvSpPr>
          <p:nvPr>
            <p:ph sz="quarter" idx="15"/>
          </p:nvPr>
        </p:nvSpPr>
        <p:spPr>
          <a:xfrm>
            <a:off x="6096115" y="1652717"/>
            <a:ext cx="5689537" cy="3875371"/>
          </a:xfrm>
        </p:spPr>
        <p:txBody>
          <a:bodyPr anchor="ctr">
            <a:normAutofit/>
          </a:bodyPr>
          <a:lstStyle>
            <a:lvl1pPr marL="228600" indent="-228600">
              <a:lnSpc>
                <a:spcPct val="150000"/>
              </a:lnSpc>
              <a:buClr>
                <a:schemeClr val="bg1"/>
              </a:buClr>
              <a:buFont typeface="Arial" panose="020B0604020202020204" pitchFamily="34" charset="0"/>
              <a:buChar char="•"/>
              <a:defRPr sz="2400">
                <a:solidFill>
                  <a:schemeClr val="bg1"/>
                </a:solidFill>
              </a:defRPr>
            </a:lvl1pPr>
            <a:lvl2pPr marL="800100" indent="-342900">
              <a:lnSpc>
                <a:spcPct val="150000"/>
              </a:lnSpc>
              <a:buClr>
                <a:schemeClr val="bg1"/>
              </a:buClr>
              <a:buFont typeface="Arial" panose="020B0604020202020204" pitchFamily="34" charset="0"/>
              <a:buChar char="•"/>
              <a:defRPr sz="2000">
                <a:solidFill>
                  <a:schemeClr val="bg1"/>
                </a:solidFill>
              </a:defRPr>
            </a:lvl2pPr>
            <a:lvl3pPr marL="1200150" indent="-285750">
              <a:lnSpc>
                <a:spcPct val="150000"/>
              </a:lnSpc>
              <a:buClr>
                <a:schemeClr val="bg1"/>
              </a:buClr>
              <a:buFont typeface="Arial" panose="020B0604020202020204" pitchFamily="34" charset="0"/>
              <a:buChar char="•"/>
              <a:defRPr sz="1800">
                <a:solidFill>
                  <a:schemeClr val="bg1"/>
                </a:solidFill>
              </a:defRPr>
            </a:lvl3pPr>
            <a:lvl4pPr marL="1657350" indent="-285750">
              <a:lnSpc>
                <a:spcPct val="150000"/>
              </a:lnSpc>
              <a:buClr>
                <a:schemeClr val="bg1"/>
              </a:buClr>
              <a:buFont typeface="Arial" panose="020B0604020202020204" pitchFamily="34" charset="0"/>
              <a:buChar char="•"/>
              <a:defRPr sz="1600">
                <a:solidFill>
                  <a:schemeClr val="bg1"/>
                </a:solidFill>
              </a:defRPr>
            </a:lvl4pPr>
            <a:lvl5pPr marL="2114550" indent="-285750">
              <a:lnSpc>
                <a:spcPct val="150000"/>
              </a:lnSpc>
              <a:buClr>
                <a:schemeClr val="bg1"/>
              </a:buClr>
              <a:buFont typeface="Arial" panose="020B0604020202020204" pitchFamily="34" charset="0"/>
              <a:buChar cha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Tree>
    <p:extLst>
      <p:ext uri="{BB962C8B-B14F-4D97-AF65-F5344CB8AC3E}">
        <p14:creationId xmlns:p14="http://schemas.microsoft.com/office/powerpoint/2010/main" val="3211543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Picture">
    <p:bg>
      <p:bgPr>
        <a:solidFill>
          <a:schemeClr val="tx1"/>
        </a:soli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55FBB47C-E74F-E7E0-2A5C-1AB30FAE1555}"/>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b="19626"/>
          <a:stretch/>
        </p:blipFill>
        <p:spPr bwMode="auto">
          <a:xfrm>
            <a:off x="0" y="7951"/>
            <a:ext cx="12192000" cy="551210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41CAE057-BA1C-87F2-5035-56D2FA63F4A5}"/>
              </a:ext>
              <a:ext uri="{C183D7F6-B498-43B3-948B-1728B52AA6E4}">
                <adec:decorative xmlns:adec="http://schemas.microsoft.com/office/drawing/2017/decorative" val="1"/>
              </a:ext>
            </a:extLst>
          </p:cNvPr>
          <p:cNvCxnSpPr>
            <a:cxnSpLocks/>
          </p:cNvCxnSpPr>
          <p:nvPr userDrawn="1"/>
        </p:nvCxnSpPr>
        <p:spPr>
          <a:xfrm>
            <a:off x="396414" y="436054"/>
            <a:ext cx="113277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itle 17">
            <a:extLst>
              <a:ext uri="{FF2B5EF4-FFF2-40B4-BE49-F238E27FC236}">
                <a16:creationId xmlns:a16="http://schemas.microsoft.com/office/drawing/2014/main" id="{F2DA19F2-20FB-A2EC-AA7B-8BFE6CE3A4E8}"/>
              </a:ext>
            </a:extLst>
          </p:cNvPr>
          <p:cNvSpPr>
            <a:spLocks noGrp="1"/>
          </p:cNvSpPr>
          <p:nvPr>
            <p:ph type="title"/>
          </p:nvPr>
        </p:nvSpPr>
        <p:spPr>
          <a:xfrm>
            <a:off x="396414" y="1148722"/>
            <a:ext cx="4769716" cy="4754878"/>
          </a:xfrm>
        </p:spPr>
        <p:txBody>
          <a:bodyPr anchor="b">
            <a:normAutofit/>
          </a:bodyPr>
          <a:lstStyle>
            <a:lvl1pPr>
              <a:defRPr sz="4800" spc="0" baseline="0">
                <a:solidFill>
                  <a:schemeClr val="bg1"/>
                </a:solidFill>
              </a:defRPr>
            </a:lvl1pPr>
          </a:lstStyle>
          <a:p>
            <a:r>
              <a:rPr lang="en-US"/>
              <a:t>Click to edit Master title style</a:t>
            </a:r>
            <a:endParaRPr lang="en-US" dirty="0"/>
          </a:p>
        </p:txBody>
      </p:sp>
      <p:sp>
        <p:nvSpPr>
          <p:cNvPr id="20" name="Picture Placeholder 19">
            <a:extLst>
              <a:ext uri="{FF2B5EF4-FFF2-40B4-BE49-F238E27FC236}">
                <a16:creationId xmlns:a16="http://schemas.microsoft.com/office/drawing/2014/main" id="{5B5B2B5D-6426-1B4B-A686-FDC69069D84A}"/>
              </a:ext>
            </a:extLst>
          </p:cNvPr>
          <p:cNvSpPr>
            <a:spLocks noGrp="1"/>
          </p:cNvSpPr>
          <p:nvPr>
            <p:ph type="pic" sz="quarter" idx="16" hasCustomPrompt="1"/>
          </p:nvPr>
        </p:nvSpPr>
        <p:spPr>
          <a:xfrm>
            <a:off x="5232257" y="1008049"/>
            <a:ext cx="5833872" cy="5047488"/>
          </a:xfrm>
        </p:spPr>
        <p:txBody>
          <a:bodyPr/>
          <a:lstStyle>
            <a:lvl1pPr marL="0" indent="0" algn="ctr">
              <a:buNone/>
              <a:defRPr>
                <a:solidFill>
                  <a:schemeClr val="bg1"/>
                </a:solidFill>
              </a:defRPr>
            </a:lvl1pPr>
          </a:lstStyle>
          <a:p>
            <a:r>
              <a:rPr lang="en-US" dirty="0"/>
              <a:t>Click Icon to add picture</a:t>
            </a:r>
          </a:p>
        </p:txBody>
      </p:sp>
      <p:cxnSp>
        <p:nvCxnSpPr>
          <p:cNvPr id="3" name="Straight Connector 2">
            <a:extLst>
              <a:ext uri="{FF2B5EF4-FFF2-40B4-BE49-F238E27FC236}">
                <a16:creationId xmlns:a16="http://schemas.microsoft.com/office/drawing/2014/main" id="{2AA1DD0D-C777-E7A4-3A12-EEF5F8DF0A13}"/>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Tree>
    <p:extLst>
      <p:ext uri="{BB962C8B-B14F-4D97-AF65-F5344CB8AC3E}">
        <p14:creationId xmlns:p14="http://schemas.microsoft.com/office/powerpoint/2010/main" val="4037543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and 2 Columns">
    <p:bg>
      <p:bgPr>
        <a:solidFill>
          <a:schemeClr val="tx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397764" y="481564"/>
            <a:ext cx="5511330"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12" name="Content Placeholder 11">
            <a:extLst>
              <a:ext uri="{FF2B5EF4-FFF2-40B4-BE49-F238E27FC236}">
                <a16:creationId xmlns:a16="http://schemas.microsoft.com/office/drawing/2014/main" id="{D28DF3F1-4512-2D0A-AB8D-DA07BFC88207}"/>
              </a:ext>
            </a:extLst>
          </p:cNvPr>
          <p:cNvSpPr>
            <a:spLocks noGrp="1"/>
          </p:cNvSpPr>
          <p:nvPr>
            <p:ph sz="quarter" idx="15"/>
          </p:nvPr>
        </p:nvSpPr>
        <p:spPr>
          <a:xfrm>
            <a:off x="449263" y="2076051"/>
            <a:ext cx="5459412" cy="3403174"/>
          </a:xfrm>
        </p:spPr>
        <p:txBody>
          <a:bodyPr tIns="0">
            <a:normAutofit/>
          </a:bodyPr>
          <a:lstStyle>
            <a:lvl1pPr marL="228600" indent="-228600">
              <a:lnSpc>
                <a:spcPct val="150000"/>
              </a:lnSpc>
              <a:buClr>
                <a:schemeClr val="bg1"/>
              </a:buClr>
              <a:buFont typeface="Arial" panose="020B0604020202020204" pitchFamily="34" charset="0"/>
              <a:buChar char="•"/>
              <a:defRPr sz="2400">
                <a:solidFill>
                  <a:schemeClr val="bg1"/>
                </a:solidFill>
              </a:defRPr>
            </a:lvl1pPr>
            <a:lvl2pPr marL="685800" indent="-228600">
              <a:lnSpc>
                <a:spcPct val="150000"/>
              </a:lnSpc>
              <a:buClr>
                <a:schemeClr val="bg1"/>
              </a:buClr>
              <a:buFont typeface="Arial" panose="020B0604020202020204" pitchFamily="34" charset="0"/>
              <a:buChar char="•"/>
              <a:defRPr sz="2000">
                <a:solidFill>
                  <a:schemeClr val="bg1"/>
                </a:solidFill>
              </a:defRPr>
            </a:lvl2pPr>
            <a:lvl3pPr marL="1143000" indent="-228600">
              <a:lnSpc>
                <a:spcPct val="150000"/>
              </a:lnSpc>
              <a:buClr>
                <a:schemeClr val="bg1"/>
              </a:buClr>
              <a:buFont typeface="Arial" panose="020B0604020202020204" pitchFamily="34" charset="0"/>
              <a:buChar char="•"/>
              <a:defRPr sz="1800">
                <a:solidFill>
                  <a:schemeClr val="bg1"/>
                </a:solidFill>
              </a:defRPr>
            </a:lvl3pPr>
            <a:lvl4pPr marL="1600200" indent="-228600">
              <a:lnSpc>
                <a:spcPct val="150000"/>
              </a:lnSpc>
              <a:buClr>
                <a:schemeClr val="bg1"/>
              </a:buClr>
              <a:buFont typeface="Arial" panose="020B0604020202020204" pitchFamily="34" charset="0"/>
              <a:buChar char="•"/>
              <a:defRPr sz="1600">
                <a:solidFill>
                  <a:schemeClr val="bg1"/>
                </a:solidFill>
              </a:defRPr>
            </a:lvl4pPr>
            <a:lvl5pPr marL="2057400" indent="-228600">
              <a:lnSpc>
                <a:spcPct val="150000"/>
              </a:lnSpc>
              <a:buClr>
                <a:schemeClr val="bg1"/>
              </a:buClr>
              <a:buFont typeface="Arial" panose="020B0604020202020204" pitchFamily="34" charset="0"/>
              <a:buChar cha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1">
            <a:extLst>
              <a:ext uri="{FF2B5EF4-FFF2-40B4-BE49-F238E27FC236}">
                <a16:creationId xmlns:a16="http://schemas.microsoft.com/office/drawing/2014/main" id="{14F4CC2C-F1C8-A8C5-29F3-E9E86029CD05}"/>
              </a:ext>
            </a:extLst>
          </p:cNvPr>
          <p:cNvSpPr>
            <a:spLocks noGrp="1"/>
          </p:cNvSpPr>
          <p:nvPr>
            <p:ph sz="quarter" idx="16"/>
          </p:nvPr>
        </p:nvSpPr>
        <p:spPr>
          <a:xfrm>
            <a:off x="6014376" y="2076051"/>
            <a:ext cx="5799860" cy="3403174"/>
          </a:xfrm>
        </p:spPr>
        <p:txBody>
          <a:bodyPr tIns="0">
            <a:normAutofit/>
          </a:bodyPr>
          <a:lstStyle>
            <a:lvl1pPr marL="228600" indent="-228600">
              <a:lnSpc>
                <a:spcPct val="150000"/>
              </a:lnSpc>
              <a:buClr>
                <a:schemeClr val="bg1"/>
              </a:buClr>
              <a:buFont typeface="Arial" panose="020B0604020202020204" pitchFamily="34" charset="0"/>
              <a:buChar char="•"/>
              <a:defRPr sz="2400">
                <a:solidFill>
                  <a:schemeClr val="bg1"/>
                </a:solidFill>
              </a:defRPr>
            </a:lvl1pPr>
            <a:lvl2pPr marL="685800" indent="-228600">
              <a:lnSpc>
                <a:spcPct val="150000"/>
              </a:lnSpc>
              <a:buClr>
                <a:schemeClr val="bg1"/>
              </a:buClr>
              <a:buFont typeface="Arial" panose="020B0604020202020204" pitchFamily="34" charset="0"/>
              <a:buChar char="•"/>
              <a:defRPr sz="2000">
                <a:solidFill>
                  <a:schemeClr val="bg1"/>
                </a:solidFill>
              </a:defRPr>
            </a:lvl2pPr>
            <a:lvl3pPr marL="1143000" indent="-228600">
              <a:lnSpc>
                <a:spcPct val="150000"/>
              </a:lnSpc>
              <a:buClr>
                <a:schemeClr val="bg1"/>
              </a:buClr>
              <a:buFont typeface="Arial" panose="020B0604020202020204" pitchFamily="34" charset="0"/>
              <a:buChar char="•"/>
              <a:defRPr sz="1800">
                <a:solidFill>
                  <a:schemeClr val="bg1"/>
                </a:solidFill>
              </a:defRPr>
            </a:lvl3pPr>
            <a:lvl4pPr marL="1600200" indent="-228600">
              <a:lnSpc>
                <a:spcPct val="150000"/>
              </a:lnSpc>
              <a:buClr>
                <a:schemeClr val="bg1"/>
              </a:buClr>
              <a:buFont typeface="Arial" panose="020B0604020202020204" pitchFamily="34" charset="0"/>
              <a:buChar char="•"/>
              <a:defRPr sz="1600">
                <a:solidFill>
                  <a:schemeClr val="bg1"/>
                </a:solidFill>
              </a:defRPr>
            </a:lvl4pPr>
            <a:lvl5pPr marL="2057400" indent="-228600">
              <a:lnSpc>
                <a:spcPct val="150000"/>
              </a:lnSpc>
              <a:buClr>
                <a:schemeClr val="bg1"/>
              </a:buClr>
              <a:buFont typeface="Arial" panose="020B0604020202020204" pitchFamily="34" charset="0"/>
              <a:buChar cha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a:extLst>
              <a:ext uri="{FF2B5EF4-FFF2-40B4-BE49-F238E27FC236}">
                <a16:creationId xmlns:a16="http://schemas.microsoft.com/office/drawing/2014/main" id="{5465722B-32FD-2BCE-1067-F139CC4B55F7}"/>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
        <p:nvSpPr>
          <p:cNvPr id="11" name="Rectangle 10">
            <a:extLst>
              <a:ext uri="{FF2B5EF4-FFF2-40B4-BE49-F238E27FC236}">
                <a16:creationId xmlns:a16="http://schemas.microsoft.com/office/drawing/2014/main" id="{0F5851EA-2240-1F4B-775C-C9DBF7C2C44E}"/>
              </a:ext>
              <a:ext uri="{C183D7F6-B498-43B3-948B-1728B52AA6E4}">
                <adec:decorative xmlns:adec="http://schemas.microsoft.com/office/drawing/2017/decorative" val="1"/>
              </a:ext>
            </a:extLst>
          </p:cNvPr>
          <p:cNvSpPr/>
          <p:nvPr userDrawn="1"/>
        </p:nvSpPr>
        <p:spPr>
          <a:xfrm>
            <a:off x="405590" y="473982"/>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2162545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2 Columns 2">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91D62B-795C-2350-9AA8-368DD47A6701}"/>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bwMode="auto">
          <a:xfrm>
            <a:off x="385494" y="0"/>
            <a:ext cx="11418885" cy="1478131"/>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397764" y="481564"/>
            <a:ext cx="5511330"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12" name="Content Placeholder 11">
            <a:extLst>
              <a:ext uri="{FF2B5EF4-FFF2-40B4-BE49-F238E27FC236}">
                <a16:creationId xmlns:a16="http://schemas.microsoft.com/office/drawing/2014/main" id="{D28DF3F1-4512-2D0A-AB8D-DA07BFC88207}"/>
              </a:ext>
            </a:extLst>
          </p:cNvPr>
          <p:cNvSpPr>
            <a:spLocks noGrp="1"/>
          </p:cNvSpPr>
          <p:nvPr>
            <p:ph sz="quarter" idx="15"/>
          </p:nvPr>
        </p:nvSpPr>
        <p:spPr>
          <a:xfrm>
            <a:off x="449263" y="2076051"/>
            <a:ext cx="5459412" cy="3403174"/>
          </a:xfrm>
        </p:spPr>
        <p:txBody>
          <a:bodyPr tIns="0">
            <a:normAutofit/>
          </a:bodyPr>
          <a:lstStyle>
            <a:lvl1pPr marL="228600" indent="-228600">
              <a:lnSpc>
                <a:spcPct val="150000"/>
              </a:lnSpc>
              <a:spcBef>
                <a:spcPts val="600"/>
              </a:spcBef>
              <a:spcAft>
                <a:spcPts val="600"/>
              </a:spcAft>
              <a:buClr>
                <a:schemeClr val="bg1"/>
              </a:buClr>
              <a:buFont typeface="Arial" panose="020B0604020202020204" pitchFamily="34" charset="0"/>
              <a:buChar char="•"/>
              <a:defRPr sz="1800">
                <a:solidFill>
                  <a:schemeClr val="bg1"/>
                </a:solidFill>
              </a:defRPr>
            </a:lvl1pPr>
            <a:lvl2pPr marL="685800" indent="-228600">
              <a:lnSpc>
                <a:spcPct val="150000"/>
              </a:lnSpc>
              <a:spcBef>
                <a:spcPts val="600"/>
              </a:spcBef>
              <a:spcAft>
                <a:spcPts val="600"/>
              </a:spcAft>
              <a:buClr>
                <a:schemeClr val="bg1"/>
              </a:buClr>
              <a:buFont typeface="Arial" panose="020B0604020202020204" pitchFamily="34" charset="0"/>
              <a:buChar char="•"/>
              <a:defRPr sz="1600">
                <a:solidFill>
                  <a:schemeClr val="bg1"/>
                </a:solidFill>
              </a:defRPr>
            </a:lvl2pPr>
            <a:lvl3pPr marL="1143000" indent="-228600">
              <a:lnSpc>
                <a:spcPct val="150000"/>
              </a:lnSpc>
              <a:spcBef>
                <a:spcPts val="600"/>
              </a:spcBef>
              <a:spcAft>
                <a:spcPts val="600"/>
              </a:spcAft>
              <a:buClr>
                <a:schemeClr val="bg1"/>
              </a:buClr>
              <a:buFont typeface="Arial" panose="020B0604020202020204" pitchFamily="34" charset="0"/>
              <a:buChar char="•"/>
              <a:defRPr sz="1400">
                <a:solidFill>
                  <a:schemeClr val="bg1"/>
                </a:solidFill>
              </a:defRPr>
            </a:lvl3pPr>
            <a:lvl4pPr marL="1600200" indent="-228600">
              <a:lnSpc>
                <a:spcPct val="150000"/>
              </a:lnSpc>
              <a:spcBef>
                <a:spcPts val="600"/>
              </a:spcBef>
              <a:spcAft>
                <a:spcPts val="600"/>
              </a:spcAft>
              <a:buClr>
                <a:schemeClr val="bg1"/>
              </a:buClr>
              <a:buFont typeface="Arial" panose="020B0604020202020204" pitchFamily="34" charset="0"/>
              <a:buChar char="•"/>
              <a:defRPr sz="1200">
                <a:solidFill>
                  <a:schemeClr val="bg1"/>
                </a:solidFill>
              </a:defRPr>
            </a:lvl4pPr>
            <a:lvl5pPr marL="2057400" indent="-228600">
              <a:lnSpc>
                <a:spcPct val="150000"/>
              </a:lnSpc>
              <a:spcBef>
                <a:spcPts val="600"/>
              </a:spcBef>
              <a:spcAft>
                <a:spcPts val="600"/>
              </a:spcAft>
              <a:buClr>
                <a:schemeClr val="bg1"/>
              </a:buClr>
              <a:buFont typeface="Arial" panose="020B0604020202020204" pitchFamily="34" charset="0"/>
              <a:buChar cha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1">
            <a:extLst>
              <a:ext uri="{FF2B5EF4-FFF2-40B4-BE49-F238E27FC236}">
                <a16:creationId xmlns:a16="http://schemas.microsoft.com/office/drawing/2014/main" id="{14F4CC2C-F1C8-A8C5-29F3-E9E86029CD05}"/>
              </a:ext>
            </a:extLst>
          </p:cNvPr>
          <p:cNvSpPr>
            <a:spLocks noGrp="1"/>
          </p:cNvSpPr>
          <p:nvPr>
            <p:ph sz="quarter" idx="16"/>
          </p:nvPr>
        </p:nvSpPr>
        <p:spPr>
          <a:xfrm>
            <a:off x="6014376" y="2076051"/>
            <a:ext cx="5799860" cy="3403174"/>
          </a:xfrm>
        </p:spPr>
        <p:txBody>
          <a:bodyPr tIns="0">
            <a:normAutofit/>
          </a:bodyPr>
          <a:lstStyle>
            <a:lvl1pPr marL="228600" indent="-228600">
              <a:lnSpc>
                <a:spcPct val="150000"/>
              </a:lnSpc>
              <a:spcBef>
                <a:spcPts val="600"/>
              </a:spcBef>
              <a:spcAft>
                <a:spcPts val="600"/>
              </a:spcAft>
              <a:buClr>
                <a:schemeClr val="bg1"/>
              </a:buClr>
              <a:buFont typeface="Arial" panose="020B0604020202020204" pitchFamily="34" charset="0"/>
              <a:buChar char="•"/>
              <a:defRPr sz="1800">
                <a:solidFill>
                  <a:schemeClr val="bg1"/>
                </a:solidFill>
              </a:defRPr>
            </a:lvl1pPr>
            <a:lvl2pPr marL="685800" indent="-228600">
              <a:lnSpc>
                <a:spcPct val="150000"/>
              </a:lnSpc>
              <a:spcBef>
                <a:spcPts val="600"/>
              </a:spcBef>
              <a:spcAft>
                <a:spcPts val="600"/>
              </a:spcAft>
              <a:buClr>
                <a:schemeClr val="bg1"/>
              </a:buClr>
              <a:buFont typeface="Arial" panose="020B0604020202020204" pitchFamily="34" charset="0"/>
              <a:buChar char="•"/>
              <a:defRPr sz="1600">
                <a:solidFill>
                  <a:schemeClr val="bg1"/>
                </a:solidFill>
              </a:defRPr>
            </a:lvl2pPr>
            <a:lvl3pPr marL="1143000" indent="-228600">
              <a:lnSpc>
                <a:spcPct val="150000"/>
              </a:lnSpc>
              <a:spcBef>
                <a:spcPts val="600"/>
              </a:spcBef>
              <a:spcAft>
                <a:spcPts val="600"/>
              </a:spcAft>
              <a:buClr>
                <a:schemeClr val="bg1"/>
              </a:buClr>
              <a:buFont typeface="Arial" panose="020B0604020202020204" pitchFamily="34" charset="0"/>
              <a:buChar char="•"/>
              <a:defRPr sz="1400">
                <a:solidFill>
                  <a:schemeClr val="bg1"/>
                </a:solidFill>
              </a:defRPr>
            </a:lvl3pPr>
            <a:lvl4pPr marL="1600200" indent="-228600">
              <a:lnSpc>
                <a:spcPct val="150000"/>
              </a:lnSpc>
              <a:spcBef>
                <a:spcPts val="600"/>
              </a:spcBef>
              <a:spcAft>
                <a:spcPts val="600"/>
              </a:spcAft>
              <a:buClr>
                <a:schemeClr val="bg1"/>
              </a:buClr>
              <a:buFont typeface="Arial" panose="020B0604020202020204" pitchFamily="34" charset="0"/>
              <a:buChar char="•"/>
              <a:defRPr sz="1200">
                <a:solidFill>
                  <a:schemeClr val="bg1"/>
                </a:solidFill>
              </a:defRPr>
            </a:lvl4pPr>
            <a:lvl5pPr marL="2057400" indent="-228600">
              <a:lnSpc>
                <a:spcPct val="150000"/>
              </a:lnSpc>
              <a:spcBef>
                <a:spcPts val="600"/>
              </a:spcBef>
              <a:spcAft>
                <a:spcPts val="600"/>
              </a:spcAft>
              <a:buClr>
                <a:schemeClr val="bg1"/>
              </a:buClr>
              <a:buFont typeface="Arial" panose="020B0604020202020204" pitchFamily="34" charset="0"/>
              <a:buChar cha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a:extLst>
              <a:ext uri="{FF2B5EF4-FFF2-40B4-BE49-F238E27FC236}">
                <a16:creationId xmlns:a16="http://schemas.microsoft.com/office/drawing/2014/main" id="{5465722B-32FD-2BCE-1067-F139CC4B55F7}"/>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
        <p:nvSpPr>
          <p:cNvPr id="11" name="Rectangle 10">
            <a:extLst>
              <a:ext uri="{FF2B5EF4-FFF2-40B4-BE49-F238E27FC236}">
                <a16:creationId xmlns:a16="http://schemas.microsoft.com/office/drawing/2014/main" id="{0F5851EA-2240-1F4B-775C-C9DBF7C2C44E}"/>
              </a:ext>
              <a:ext uri="{C183D7F6-B498-43B3-948B-1728B52AA6E4}">
                <adec:decorative xmlns:adec="http://schemas.microsoft.com/office/drawing/2017/decorative" val="1"/>
              </a:ext>
            </a:extLst>
          </p:cNvPr>
          <p:cNvSpPr/>
          <p:nvPr userDrawn="1"/>
        </p:nvSpPr>
        <p:spPr>
          <a:xfrm>
            <a:off x="405590" y="473982"/>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3761905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and 2 Columns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0271CA-F4C0-8ACD-DCD5-CE8BC096B763}"/>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bwMode="auto">
          <a:xfrm>
            <a:off x="5478449" y="-8746"/>
            <a:ext cx="6713552" cy="6866741"/>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397764" y="481564"/>
            <a:ext cx="5511330"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12" name="Content Placeholder 11">
            <a:extLst>
              <a:ext uri="{FF2B5EF4-FFF2-40B4-BE49-F238E27FC236}">
                <a16:creationId xmlns:a16="http://schemas.microsoft.com/office/drawing/2014/main" id="{D28DF3F1-4512-2D0A-AB8D-DA07BFC88207}"/>
              </a:ext>
            </a:extLst>
          </p:cNvPr>
          <p:cNvSpPr>
            <a:spLocks noGrp="1"/>
          </p:cNvSpPr>
          <p:nvPr>
            <p:ph sz="quarter" idx="15"/>
          </p:nvPr>
        </p:nvSpPr>
        <p:spPr>
          <a:xfrm>
            <a:off x="405590" y="1690570"/>
            <a:ext cx="4558296" cy="3988857"/>
          </a:xfrm>
        </p:spPr>
        <p:txBody>
          <a:bodyPr tIns="0" anchor="ctr">
            <a:normAutofit/>
          </a:bodyPr>
          <a:lstStyle>
            <a:lvl1pPr marL="228600" indent="-228600">
              <a:lnSpc>
                <a:spcPct val="150000"/>
              </a:lnSpc>
              <a:buClr>
                <a:schemeClr val="bg1"/>
              </a:buClr>
              <a:buFont typeface="Arial" panose="020B0604020202020204" pitchFamily="34" charset="0"/>
              <a:buChar char="•"/>
              <a:defRPr sz="2400">
                <a:solidFill>
                  <a:schemeClr val="bg1"/>
                </a:solidFill>
              </a:defRPr>
            </a:lvl1pPr>
            <a:lvl2pPr marL="685800" indent="-228600">
              <a:lnSpc>
                <a:spcPct val="150000"/>
              </a:lnSpc>
              <a:buClr>
                <a:schemeClr val="bg1"/>
              </a:buClr>
              <a:buFont typeface="Arial" panose="020B0604020202020204" pitchFamily="34" charset="0"/>
              <a:buChar char="•"/>
              <a:defRPr sz="2000">
                <a:solidFill>
                  <a:schemeClr val="bg1"/>
                </a:solidFill>
              </a:defRPr>
            </a:lvl2pPr>
            <a:lvl3pPr marL="1143000" indent="-228600">
              <a:lnSpc>
                <a:spcPct val="150000"/>
              </a:lnSpc>
              <a:buClr>
                <a:schemeClr val="bg1"/>
              </a:buClr>
              <a:buFont typeface="Arial" panose="020B0604020202020204" pitchFamily="34" charset="0"/>
              <a:buChar char="•"/>
              <a:defRPr sz="1800">
                <a:solidFill>
                  <a:schemeClr val="bg1"/>
                </a:solidFill>
              </a:defRPr>
            </a:lvl3pPr>
            <a:lvl4pPr marL="1600200" indent="-228600">
              <a:lnSpc>
                <a:spcPct val="150000"/>
              </a:lnSpc>
              <a:buClr>
                <a:schemeClr val="bg1"/>
              </a:buClr>
              <a:buFont typeface="Arial" panose="020B0604020202020204" pitchFamily="34" charset="0"/>
              <a:buChar char="•"/>
              <a:defRPr sz="1600">
                <a:solidFill>
                  <a:schemeClr val="bg1"/>
                </a:solidFill>
              </a:defRPr>
            </a:lvl4pPr>
            <a:lvl5pPr marL="2057400" indent="-228600">
              <a:lnSpc>
                <a:spcPct val="150000"/>
              </a:lnSpc>
              <a:buClr>
                <a:schemeClr val="bg1"/>
              </a:buClr>
              <a:buFont typeface="Arial" panose="020B0604020202020204" pitchFamily="34" charset="0"/>
              <a:buChar cha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1">
            <a:extLst>
              <a:ext uri="{FF2B5EF4-FFF2-40B4-BE49-F238E27FC236}">
                <a16:creationId xmlns:a16="http://schemas.microsoft.com/office/drawing/2014/main" id="{14F4CC2C-F1C8-A8C5-29F3-E9E86029CD05}"/>
              </a:ext>
            </a:extLst>
          </p:cNvPr>
          <p:cNvSpPr>
            <a:spLocks noGrp="1"/>
          </p:cNvSpPr>
          <p:nvPr>
            <p:ph sz="quarter" idx="16"/>
          </p:nvPr>
        </p:nvSpPr>
        <p:spPr>
          <a:xfrm>
            <a:off x="5908675" y="1690570"/>
            <a:ext cx="5895513" cy="3988857"/>
          </a:xfrm>
        </p:spPr>
        <p:txBody>
          <a:bodyPr tIns="0">
            <a:normAutofit/>
          </a:bodyPr>
          <a:lstStyle>
            <a:lvl1pPr marL="228600" indent="-228600">
              <a:lnSpc>
                <a:spcPct val="150000"/>
              </a:lnSpc>
              <a:buClr>
                <a:schemeClr val="bg1"/>
              </a:buClr>
              <a:buFont typeface="Arial" panose="020B0604020202020204" pitchFamily="34" charset="0"/>
              <a:buChar char="•"/>
              <a:defRPr sz="2400">
                <a:solidFill>
                  <a:schemeClr val="bg1"/>
                </a:solidFill>
              </a:defRPr>
            </a:lvl1pPr>
            <a:lvl2pPr marL="685800" indent="-228600">
              <a:lnSpc>
                <a:spcPct val="150000"/>
              </a:lnSpc>
              <a:buClr>
                <a:schemeClr val="bg1"/>
              </a:buClr>
              <a:buFont typeface="Arial" panose="020B0604020202020204" pitchFamily="34" charset="0"/>
              <a:buChar char="•"/>
              <a:defRPr sz="2000">
                <a:solidFill>
                  <a:schemeClr val="bg1"/>
                </a:solidFill>
              </a:defRPr>
            </a:lvl2pPr>
            <a:lvl3pPr marL="1143000" indent="-228600">
              <a:lnSpc>
                <a:spcPct val="150000"/>
              </a:lnSpc>
              <a:buClr>
                <a:schemeClr val="bg1"/>
              </a:buClr>
              <a:buFont typeface="Arial" panose="020B0604020202020204" pitchFamily="34" charset="0"/>
              <a:buChar char="•"/>
              <a:defRPr sz="1800">
                <a:solidFill>
                  <a:schemeClr val="bg1"/>
                </a:solidFill>
              </a:defRPr>
            </a:lvl3pPr>
            <a:lvl4pPr marL="1600200" indent="-228600">
              <a:lnSpc>
                <a:spcPct val="150000"/>
              </a:lnSpc>
              <a:buClr>
                <a:schemeClr val="bg1"/>
              </a:buClr>
              <a:buFont typeface="Arial" panose="020B0604020202020204" pitchFamily="34" charset="0"/>
              <a:buChar char="•"/>
              <a:defRPr sz="1600">
                <a:solidFill>
                  <a:schemeClr val="bg1"/>
                </a:solidFill>
              </a:defRPr>
            </a:lvl4pPr>
            <a:lvl5pPr marL="2057400" indent="-228600">
              <a:lnSpc>
                <a:spcPct val="150000"/>
              </a:lnSpc>
              <a:buClr>
                <a:schemeClr val="bg1"/>
              </a:buClr>
              <a:buFont typeface="Arial" panose="020B0604020202020204" pitchFamily="34" charset="0"/>
              <a:buChar cha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a:extLst>
              <a:ext uri="{FF2B5EF4-FFF2-40B4-BE49-F238E27FC236}">
                <a16:creationId xmlns:a16="http://schemas.microsoft.com/office/drawing/2014/main" id="{5465722B-32FD-2BCE-1067-F139CC4B55F7}"/>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
        <p:nvSpPr>
          <p:cNvPr id="11" name="Rectangle 10">
            <a:extLst>
              <a:ext uri="{FF2B5EF4-FFF2-40B4-BE49-F238E27FC236}">
                <a16:creationId xmlns:a16="http://schemas.microsoft.com/office/drawing/2014/main" id="{0F5851EA-2240-1F4B-775C-C9DBF7C2C44E}"/>
              </a:ext>
              <a:ext uri="{C183D7F6-B498-43B3-948B-1728B52AA6E4}">
                <adec:decorative xmlns:adec="http://schemas.microsoft.com/office/drawing/2017/decorative" val="1"/>
              </a:ext>
            </a:extLst>
          </p:cNvPr>
          <p:cNvSpPr/>
          <p:nvPr userDrawn="1"/>
        </p:nvSpPr>
        <p:spPr>
          <a:xfrm>
            <a:off x="405590" y="473982"/>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1642904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Image and Content 2">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A97AF1-4707-6817-C07C-3CF312C1C5EE}"/>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bwMode="auto">
          <a:xfrm>
            <a:off x="-1" y="-8746"/>
            <a:ext cx="5911249" cy="6866741"/>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6094936" y="458695"/>
            <a:ext cx="5690715"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12" name="Table Placeholder 11">
            <a:extLst>
              <a:ext uri="{FF2B5EF4-FFF2-40B4-BE49-F238E27FC236}">
                <a16:creationId xmlns:a16="http://schemas.microsoft.com/office/drawing/2014/main" id="{74C7AB41-69EE-23E8-FBB8-C992CB3E5D1D}"/>
              </a:ext>
            </a:extLst>
          </p:cNvPr>
          <p:cNvSpPr>
            <a:spLocks noGrp="1"/>
          </p:cNvSpPr>
          <p:nvPr>
            <p:ph type="tbl" sz="quarter" idx="16"/>
          </p:nvPr>
        </p:nvSpPr>
        <p:spPr>
          <a:xfrm>
            <a:off x="395811" y="1642540"/>
            <a:ext cx="5076825" cy="3678237"/>
          </a:xfrm>
        </p:spPr>
        <p:txBody>
          <a:bodyPr/>
          <a:lstStyle>
            <a:lvl1pPr>
              <a:defRPr>
                <a:solidFill>
                  <a:schemeClr val="bg1"/>
                </a:solidFill>
              </a:defRPr>
            </a:lvl1pPr>
          </a:lstStyle>
          <a:p>
            <a:r>
              <a:rPr lang="en-US"/>
              <a:t>Click icon to add table</a:t>
            </a:r>
            <a:endParaRPr lang="en-US" dirty="0"/>
          </a:p>
        </p:txBody>
      </p:sp>
      <p:sp>
        <p:nvSpPr>
          <p:cNvPr id="15" name="Content Placeholder 14">
            <a:extLst>
              <a:ext uri="{FF2B5EF4-FFF2-40B4-BE49-F238E27FC236}">
                <a16:creationId xmlns:a16="http://schemas.microsoft.com/office/drawing/2014/main" id="{C69E6AB5-CF7E-0DCA-92AE-733A87121D51}"/>
              </a:ext>
            </a:extLst>
          </p:cNvPr>
          <p:cNvSpPr>
            <a:spLocks noGrp="1"/>
          </p:cNvSpPr>
          <p:nvPr>
            <p:ph sz="quarter" idx="15"/>
          </p:nvPr>
        </p:nvSpPr>
        <p:spPr>
          <a:xfrm>
            <a:off x="6086067" y="1642541"/>
            <a:ext cx="5699583" cy="3673088"/>
          </a:xfrm>
        </p:spPr>
        <p:txBody>
          <a:bodyPr anchor="ctr">
            <a:normAutofit/>
          </a:bodyPr>
          <a:lstStyle>
            <a:lvl1pPr marL="228600" indent="-228600">
              <a:lnSpc>
                <a:spcPct val="150000"/>
              </a:lnSpc>
              <a:buClr>
                <a:schemeClr val="bg1"/>
              </a:buClr>
              <a:buFont typeface="Arial" panose="020B0604020202020204" pitchFamily="34" charset="0"/>
              <a:buChar char="•"/>
              <a:defRPr sz="1800">
                <a:solidFill>
                  <a:schemeClr val="bg1"/>
                </a:solidFill>
              </a:defRPr>
            </a:lvl1pPr>
            <a:lvl2pPr marL="800100" indent="-342900">
              <a:lnSpc>
                <a:spcPct val="150000"/>
              </a:lnSpc>
              <a:buClr>
                <a:schemeClr val="bg1"/>
              </a:buClr>
              <a:buFont typeface="Arial" panose="020B0604020202020204" pitchFamily="34" charset="0"/>
              <a:buChar char="•"/>
              <a:defRPr sz="1800">
                <a:solidFill>
                  <a:schemeClr val="bg1"/>
                </a:solidFill>
              </a:defRPr>
            </a:lvl2pPr>
            <a:lvl3pPr marL="1200150" indent="-285750">
              <a:lnSpc>
                <a:spcPct val="150000"/>
              </a:lnSpc>
              <a:buClr>
                <a:schemeClr val="bg1"/>
              </a:buClr>
              <a:buFont typeface="Arial" panose="020B0604020202020204" pitchFamily="34" charset="0"/>
              <a:buChar char="•"/>
              <a:defRPr sz="1800">
                <a:solidFill>
                  <a:schemeClr val="bg1"/>
                </a:solidFill>
              </a:defRPr>
            </a:lvl3pPr>
            <a:lvl4pPr marL="1657350" indent="-285750">
              <a:lnSpc>
                <a:spcPct val="150000"/>
              </a:lnSpc>
              <a:buClr>
                <a:schemeClr val="bg1"/>
              </a:buClr>
              <a:buFont typeface="Arial" panose="020B0604020202020204" pitchFamily="34" charset="0"/>
              <a:buChar char="•"/>
              <a:defRPr sz="1800">
                <a:solidFill>
                  <a:schemeClr val="bg1"/>
                </a:solidFill>
              </a:defRPr>
            </a:lvl4pPr>
            <a:lvl5pPr marL="2114550" indent="-285750">
              <a:lnSpc>
                <a:spcPct val="150000"/>
              </a:lnSpc>
              <a:buClr>
                <a:schemeClr val="bg1"/>
              </a:buClr>
              <a:buFont typeface="Arial" panose="020B0604020202020204" pitchFamily="34" charset="0"/>
              <a:buChar char="•"/>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2AA1DD0D-C777-E7A4-3A12-EEF5F8DF0A13}"/>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16" name="Rectangle 15">
            <a:extLst>
              <a:ext uri="{FF2B5EF4-FFF2-40B4-BE49-F238E27FC236}">
                <a16:creationId xmlns:a16="http://schemas.microsoft.com/office/drawing/2014/main" id="{8EFC1479-F559-4482-4396-460E5C523677}"/>
              </a:ext>
              <a:ext uri="{C183D7F6-B498-43B3-948B-1728B52AA6E4}">
                <adec:decorative xmlns:adec="http://schemas.microsoft.com/office/drawing/2017/decorative" val="1"/>
              </a:ext>
            </a:extLst>
          </p:cNvPr>
          <p:cNvSpPr/>
          <p:nvPr userDrawn="1"/>
        </p:nvSpPr>
        <p:spPr>
          <a:xfrm>
            <a:off x="385494" y="453886"/>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Tree>
    <p:extLst>
      <p:ext uri="{BB962C8B-B14F-4D97-AF65-F5344CB8AC3E}">
        <p14:creationId xmlns:p14="http://schemas.microsoft.com/office/powerpoint/2010/main" val="3978368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and Table">
    <p:bg>
      <p:bgPr>
        <a:solidFill>
          <a:schemeClr val="tx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397764" y="481564"/>
            <a:ext cx="5511330"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14" name="Table Placeholder 13">
            <a:extLst>
              <a:ext uri="{FF2B5EF4-FFF2-40B4-BE49-F238E27FC236}">
                <a16:creationId xmlns:a16="http://schemas.microsoft.com/office/drawing/2014/main" id="{EB5D976C-C0FE-C5B0-4808-7B105B9EE5A4}"/>
              </a:ext>
            </a:extLst>
          </p:cNvPr>
          <p:cNvSpPr>
            <a:spLocks noGrp="1"/>
          </p:cNvSpPr>
          <p:nvPr>
            <p:ph type="tbl" sz="quarter" idx="15"/>
          </p:nvPr>
        </p:nvSpPr>
        <p:spPr>
          <a:xfrm>
            <a:off x="396875" y="1627188"/>
            <a:ext cx="11391900" cy="3678237"/>
          </a:xfrm>
        </p:spPr>
        <p:txBody>
          <a:bodyPr/>
          <a:lstStyle>
            <a:lvl1pPr marL="0" indent="0" algn="ctr">
              <a:buNone/>
              <a:defRPr>
                <a:solidFill>
                  <a:schemeClr val="bg1"/>
                </a:solidFill>
              </a:defRPr>
            </a:lvl1pPr>
          </a:lstStyle>
          <a:p>
            <a:r>
              <a:rPr lang="en-US"/>
              <a:t>Click icon to add table</a:t>
            </a:r>
            <a:endParaRPr lang="en-US" dirty="0"/>
          </a:p>
        </p:txBody>
      </p:sp>
      <p:cxnSp>
        <p:nvCxnSpPr>
          <p:cNvPr id="5" name="Straight Connector 4">
            <a:extLst>
              <a:ext uri="{FF2B5EF4-FFF2-40B4-BE49-F238E27FC236}">
                <a16:creationId xmlns:a16="http://schemas.microsoft.com/office/drawing/2014/main" id="{5465722B-32FD-2BCE-1067-F139CC4B55F7}"/>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
        <p:nvSpPr>
          <p:cNvPr id="11" name="Rectangle 10">
            <a:extLst>
              <a:ext uri="{FF2B5EF4-FFF2-40B4-BE49-F238E27FC236}">
                <a16:creationId xmlns:a16="http://schemas.microsoft.com/office/drawing/2014/main" id="{0F5851EA-2240-1F4B-775C-C9DBF7C2C44E}"/>
              </a:ext>
              <a:ext uri="{C183D7F6-B498-43B3-948B-1728B52AA6E4}">
                <adec:decorative xmlns:adec="http://schemas.microsoft.com/office/drawing/2017/decorative" val="1"/>
              </a:ext>
            </a:extLst>
          </p:cNvPr>
          <p:cNvSpPr/>
          <p:nvPr userDrawn="1"/>
        </p:nvSpPr>
        <p:spPr>
          <a:xfrm>
            <a:off x="405590" y="473982"/>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1219883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and 2 Content Below">
    <p:bg>
      <p:bgPr>
        <a:solidFill>
          <a:schemeClr val="tx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C4BF6CA-03A6-38A2-CA52-82239523A347}"/>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bwMode="auto">
          <a:xfrm>
            <a:off x="10432111" y="1"/>
            <a:ext cx="1759889" cy="628820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D71D1600-337E-EA73-771F-930F52CB3F0E}"/>
              </a:ext>
            </a:extLst>
          </p:cNvPr>
          <p:cNvSpPr>
            <a:spLocks noGrp="1"/>
          </p:cNvSpPr>
          <p:nvPr>
            <p:ph type="title" hasCustomPrompt="1"/>
          </p:nvPr>
        </p:nvSpPr>
        <p:spPr>
          <a:xfrm>
            <a:off x="397764" y="481564"/>
            <a:ext cx="5511330" cy="577967"/>
          </a:xfrm>
          <a:ln w="12700">
            <a:solidFill>
              <a:schemeClr val="bg1"/>
            </a:solidFill>
          </a:ln>
        </p:spPr>
        <p:txBody>
          <a:bodyPr lIns="182880" anchor="ctr">
            <a:normAutofit/>
          </a:bodyPr>
          <a:lstStyle>
            <a:lvl1pPr>
              <a:defRPr sz="1800" spc="0" baseline="0">
                <a:solidFill>
                  <a:schemeClr val="bg1"/>
                </a:solidFill>
              </a:defRPr>
            </a:lvl1pPr>
          </a:lstStyle>
          <a:p>
            <a:r>
              <a:rPr lang="en-US" dirty="0"/>
              <a:t>Click to add title</a:t>
            </a:r>
          </a:p>
        </p:txBody>
      </p:sp>
      <p:sp>
        <p:nvSpPr>
          <p:cNvPr id="13" name="Content Placeholder 12">
            <a:extLst>
              <a:ext uri="{FF2B5EF4-FFF2-40B4-BE49-F238E27FC236}">
                <a16:creationId xmlns:a16="http://schemas.microsoft.com/office/drawing/2014/main" id="{73D60827-7C62-0271-9254-20661A9635BE}"/>
              </a:ext>
            </a:extLst>
          </p:cNvPr>
          <p:cNvSpPr>
            <a:spLocks noGrp="1"/>
          </p:cNvSpPr>
          <p:nvPr>
            <p:ph sz="quarter" idx="15"/>
          </p:nvPr>
        </p:nvSpPr>
        <p:spPr>
          <a:xfrm>
            <a:off x="465101" y="1436880"/>
            <a:ext cx="8851900" cy="2188430"/>
          </a:xfrm>
        </p:spPr>
        <p:txBody>
          <a:bodyPr anchor="ctr">
            <a:normAutofit/>
          </a:bodyPr>
          <a:lstStyle>
            <a:lvl1pPr marL="228600" indent="-228600">
              <a:lnSpc>
                <a:spcPct val="100000"/>
              </a:lnSpc>
              <a:spcBef>
                <a:spcPts val="600"/>
              </a:spcBef>
              <a:spcAft>
                <a:spcPts val="600"/>
              </a:spcAft>
              <a:buClr>
                <a:schemeClr val="bg1"/>
              </a:buClr>
              <a:buFont typeface="Arial" panose="020B0604020202020204" pitchFamily="34" charset="0"/>
              <a:buChar char="•"/>
              <a:defRPr sz="1800">
                <a:solidFill>
                  <a:schemeClr val="bg1"/>
                </a:solidFill>
              </a:defRPr>
            </a:lvl1pPr>
            <a:lvl2pPr marL="685800" indent="-228600">
              <a:lnSpc>
                <a:spcPct val="100000"/>
              </a:lnSpc>
              <a:spcBef>
                <a:spcPts val="600"/>
              </a:spcBef>
              <a:spcAft>
                <a:spcPts val="600"/>
              </a:spcAft>
              <a:buClr>
                <a:schemeClr val="bg1"/>
              </a:buClr>
              <a:buFont typeface="Arial" panose="020B0604020202020204" pitchFamily="34" charset="0"/>
              <a:buChar char="•"/>
              <a:defRPr sz="1600">
                <a:solidFill>
                  <a:schemeClr val="bg1"/>
                </a:solidFill>
              </a:defRPr>
            </a:lvl2pPr>
            <a:lvl3pPr marL="1143000" indent="-228600">
              <a:lnSpc>
                <a:spcPct val="100000"/>
              </a:lnSpc>
              <a:spcBef>
                <a:spcPts val="600"/>
              </a:spcBef>
              <a:spcAft>
                <a:spcPts val="600"/>
              </a:spcAft>
              <a:buClr>
                <a:schemeClr val="bg1"/>
              </a:buClr>
              <a:buFont typeface="Arial" panose="020B0604020202020204" pitchFamily="34" charset="0"/>
              <a:buChar char="•"/>
              <a:defRPr sz="1400">
                <a:solidFill>
                  <a:schemeClr val="bg1"/>
                </a:solidFill>
              </a:defRPr>
            </a:lvl3pPr>
            <a:lvl4pPr marL="1600200" indent="-228600">
              <a:lnSpc>
                <a:spcPct val="100000"/>
              </a:lnSpc>
              <a:spcBef>
                <a:spcPts val="600"/>
              </a:spcBef>
              <a:spcAft>
                <a:spcPts val="600"/>
              </a:spcAft>
              <a:buClr>
                <a:schemeClr val="bg1"/>
              </a:buClr>
              <a:buFont typeface="Arial" panose="020B0604020202020204" pitchFamily="34" charset="0"/>
              <a:buChar char="•"/>
              <a:defRPr sz="1200">
                <a:solidFill>
                  <a:schemeClr val="bg1"/>
                </a:solidFill>
              </a:defRPr>
            </a:lvl4pPr>
            <a:lvl5pPr marL="2057400" indent="-228600">
              <a:lnSpc>
                <a:spcPct val="100000"/>
              </a:lnSpc>
              <a:spcBef>
                <a:spcPts val="600"/>
              </a:spcBef>
              <a:spcAft>
                <a:spcPts val="600"/>
              </a:spcAft>
              <a:buClr>
                <a:schemeClr val="bg1"/>
              </a:buClr>
              <a:buFont typeface="Arial" panose="020B0604020202020204" pitchFamily="34" charset="0"/>
              <a:buChar cha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2">
            <a:extLst>
              <a:ext uri="{FF2B5EF4-FFF2-40B4-BE49-F238E27FC236}">
                <a16:creationId xmlns:a16="http://schemas.microsoft.com/office/drawing/2014/main" id="{94526E10-5C50-1BCC-4E1F-3C8DB81D6D8F}"/>
              </a:ext>
            </a:extLst>
          </p:cNvPr>
          <p:cNvSpPr>
            <a:spLocks noGrp="1"/>
          </p:cNvSpPr>
          <p:nvPr>
            <p:ph sz="quarter" idx="16"/>
          </p:nvPr>
        </p:nvSpPr>
        <p:spPr>
          <a:xfrm>
            <a:off x="465101" y="3974371"/>
            <a:ext cx="8851900" cy="2188430"/>
          </a:xfrm>
        </p:spPr>
        <p:txBody>
          <a:bodyPr anchor="ctr">
            <a:normAutofit/>
          </a:bodyPr>
          <a:lstStyle>
            <a:lvl1pPr marL="228600" indent="-228600">
              <a:lnSpc>
                <a:spcPct val="100000"/>
              </a:lnSpc>
              <a:spcBef>
                <a:spcPts val="600"/>
              </a:spcBef>
              <a:spcAft>
                <a:spcPts val="600"/>
              </a:spcAft>
              <a:buClr>
                <a:schemeClr val="bg1"/>
              </a:buClr>
              <a:buFont typeface="Arial" panose="020B0604020202020204" pitchFamily="34" charset="0"/>
              <a:buChar char="•"/>
              <a:defRPr sz="1800">
                <a:solidFill>
                  <a:schemeClr val="bg1"/>
                </a:solidFill>
              </a:defRPr>
            </a:lvl1pPr>
            <a:lvl2pPr marL="685800" indent="-228600">
              <a:lnSpc>
                <a:spcPct val="100000"/>
              </a:lnSpc>
              <a:spcBef>
                <a:spcPts val="600"/>
              </a:spcBef>
              <a:spcAft>
                <a:spcPts val="600"/>
              </a:spcAft>
              <a:buClr>
                <a:schemeClr val="bg1"/>
              </a:buClr>
              <a:buFont typeface="Arial" panose="020B0604020202020204" pitchFamily="34" charset="0"/>
              <a:buChar char="•"/>
              <a:defRPr sz="1600">
                <a:solidFill>
                  <a:schemeClr val="bg1"/>
                </a:solidFill>
              </a:defRPr>
            </a:lvl2pPr>
            <a:lvl3pPr marL="1143000" indent="-228600">
              <a:lnSpc>
                <a:spcPct val="100000"/>
              </a:lnSpc>
              <a:spcBef>
                <a:spcPts val="600"/>
              </a:spcBef>
              <a:spcAft>
                <a:spcPts val="600"/>
              </a:spcAft>
              <a:buClr>
                <a:schemeClr val="bg1"/>
              </a:buClr>
              <a:buFont typeface="Arial" panose="020B0604020202020204" pitchFamily="34" charset="0"/>
              <a:buChar char="•"/>
              <a:defRPr sz="1400">
                <a:solidFill>
                  <a:schemeClr val="bg1"/>
                </a:solidFill>
              </a:defRPr>
            </a:lvl3pPr>
            <a:lvl4pPr marL="1600200" indent="-228600">
              <a:lnSpc>
                <a:spcPct val="100000"/>
              </a:lnSpc>
              <a:spcBef>
                <a:spcPts val="600"/>
              </a:spcBef>
              <a:spcAft>
                <a:spcPts val="600"/>
              </a:spcAft>
              <a:buClr>
                <a:schemeClr val="bg1"/>
              </a:buClr>
              <a:buFont typeface="Arial" panose="020B0604020202020204" pitchFamily="34" charset="0"/>
              <a:buChar char="•"/>
              <a:defRPr sz="1200">
                <a:solidFill>
                  <a:schemeClr val="bg1"/>
                </a:solidFill>
              </a:defRPr>
            </a:lvl4pPr>
            <a:lvl5pPr marL="2057400" indent="-228600">
              <a:lnSpc>
                <a:spcPct val="100000"/>
              </a:lnSpc>
              <a:spcBef>
                <a:spcPts val="600"/>
              </a:spcBef>
              <a:spcAft>
                <a:spcPts val="600"/>
              </a:spcAft>
              <a:buClr>
                <a:schemeClr val="bg1"/>
              </a:buClr>
              <a:buFont typeface="Arial" panose="020B0604020202020204" pitchFamily="34" charset="0"/>
              <a:buChar cha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5465722B-32FD-2BCE-1067-F139CC4B55F7}"/>
              </a:ext>
              <a:ext uri="{C183D7F6-B498-43B3-948B-1728B52AA6E4}">
                <adec:decorative xmlns:adec="http://schemas.microsoft.com/office/drawing/2017/decorative" val="1"/>
              </a:ext>
            </a:extLst>
          </p:cNvPr>
          <p:cNvCxnSpPr>
            <a:cxnSpLocks/>
          </p:cNvCxnSpPr>
          <p:nvPr userDrawn="1"/>
        </p:nvCxnSpPr>
        <p:spPr>
          <a:xfrm>
            <a:off x="396414" y="6288214"/>
            <a:ext cx="1041128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EF5C4616-E184-49C3-8BC8-3E1D4501180B}"/>
              </a:ext>
            </a:extLst>
          </p:cNvPr>
          <p:cNvSpPr>
            <a:spLocks noGrp="1"/>
          </p:cNvSpPr>
          <p:nvPr>
            <p:ph type="pic" sz="quarter" idx="14"/>
          </p:nvPr>
        </p:nvSpPr>
        <p:spPr>
          <a:xfrm>
            <a:off x="11158320" y="5764735"/>
            <a:ext cx="630936" cy="731520"/>
          </a:xfrm>
        </p:spPr>
        <p:txBody>
          <a:bodyPr lIns="0" tIns="0" rIns="0">
            <a:noAutofit/>
          </a:bodyPr>
          <a:lstStyle>
            <a:lvl1pPr marL="0" indent="0" algn="ctr">
              <a:buNone/>
              <a:defRPr sz="800">
                <a:solidFill>
                  <a:schemeClr val="bg1"/>
                </a:solidFill>
              </a:defRPr>
            </a:lvl1pPr>
          </a:lstStyle>
          <a:p>
            <a:r>
              <a:rPr lang="en-US"/>
              <a:t>Click icon to add picture</a:t>
            </a:r>
            <a:endParaRPr lang="en-US" dirty="0"/>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lvl1pPr>
              <a:defRPr cap="all" baseline="0"/>
            </a:lvl1pPr>
          </a:lstStyle>
          <a:p>
            <a:r>
              <a:rPr lang="en-US" sz="1000" dirty="0">
                <a:solidFill>
                  <a:schemeClr val="bg2"/>
                </a:solidFill>
              </a:rPr>
              <a:t>Presentation Title </a:t>
            </a: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
        <p:nvSpPr>
          <p:cNvPr id="11" name="Rectangle 10">
            <a:extLst>
              <a:ext uri="{FF2B5EF4-FFF2-40B4-BE49-F238E27FC236}">
                <a16:creationId xmlns:a16="http://schemas.microsoft.com/office/drawing/2014/main" id="{0F5851EA-2240-1F4B-775C-C9DBF7C2C44E}"/>
              </a:ext>
              <a:ext uri="{C183D7F6-B498-43B3-948B-1728B52AA6E4}">
                <adec:decorative xmlns:adec="http://schemas.microsoft.com/office/drawing/2017/decorative" val="1"/>
              </a:ext>
            </a:extLst>
          </p:cNvPr>
          <p:cNvSpPr/>
          <p:nvPr userDrawn="1"/>
        </p:nvSpPr>
        <p:spPr>
          <a:xfrm>
            <a:off x="405590" y="473982"/>
            <a:ext cx="11400157" cy="57796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cxnSp>
        <p:nvCxnSpPr>
          <p:cNvPr id="4" name="Straight Connector 3">
            <a:extLst>
              <a:ext uri="{FF2B5EF4-FFF2-40B4-BE49-F238E27FC236}">
                <a16:creationId xmlns:a16="http://schemas.microsoft.com/office/drawing/2014/main" id="{D0DE5D75-0A18-AA28-06EB-453D400DA056}"/>
              </a:ext>
              <a:ext uri="{C183D7F6-B498-43B3-948B-1728B52AA6E4}">
                <adec:decorative xmlns:adec="http://schemas.microsoft.com/office/drawing/2017/decorative" val="1"/>
              </a:ext>
            </a:extLst>
          </p:cNvPr>
          <p:cNvCxnSpPr>
            <a:cxnSpLocks/>
          </p:cNvCxnSpPr>
          <p:nvPr userDrawn="1"/>
        </p:nvCxnSpPr>
        <p:spPr>
          <a:xfrm>
            <a:off x="401395" y="3735019"/>
            <a:ext cx="871875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452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1">
    <p:bg>
      <p:bgPr>
        <a:solidFill>
          <a:schemeClr val="tx1"/>
        </a:solidFill>
        <a:effectLst/>
      </p:bgPr>
    </p:bg>
    <p:spTree>
      <p:nvGrpSpPr>
        <p:cNvPr id="1" name=""/>
        <p:cNvGrpSpPr/>
        <p:nvPr/>
      </p:nvGrpSpPr>
      <p:grpSpPr>
        <a:xfrm>
          <a:off x="0" y="0"/>
          <a:ext cx="0" cy="0"/>
          <a:chOff x="0" y="0"/>
          <a:chExt cx="0" cy="0"/>
        </a:xfrm>
      </p:grpSpPr>
      <p:pic>
        <p:nvPicPr>
          <p:cNvPr id="19" name="Picture 2">
            <a:extLst>
              <a:ext uri="{FF2B5EF4-FFF2-40B4-BE49-F238E27FC236}">
                <a16:creationId xmlns:a16="http://schemas.microsoft.com/office/drawing/2014/main" id="{31432346-1A22-EB7D-7E1D-C74928074B6E}"/>
              </a:ext>
              <a:ext uri="{C183D7F6-B498-43B3-948B-1728B52AA6E4}">
                <adec:decorative xmlns:adec="http://schemas.microsoft.com/office/drawing/2017/decorative" val="1"/>
              </a:ext>
            </a:extLst>
          </p:cNvPr>
          <p:cNvPicPr>
            <a:picLocks noChangeAspect="1" noChangeArrowheads="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bwMode="auto">
          <a:xfrm>
            <a:off x="379704" y="0"/>
            <a:ext cx="7858605"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670A3C53-C7F2-6B70-E8F4-17E4C5F10946}"/>
              </a:ext>
              <a:ext uri="{C183D7F6-B498-43B3-948B-1728B52AA6E4}">
                <adec:decorative xmlns:adec="http://schemas.microsoft.com/office/drawing/2017/decorative" val="1"/>
              </a:ext>
            </a:extLst>
          </p:cNvPr>
          <p:cNvGrpSpPr/>
          <p:nvPr userDrawn="1"/>
        </p:nvGrpSpPr>
        <p:grpSpPr>
          <a:xfrm>
            <a:off x="380512" y="3809267"/>
            <a:ext cx="11423868" cy="1854341"/>
            <a:chOff x="380512" y="4436569"/>
            <a:chExt cx="11423868" cy="1854341"/>
          </a:xfrm>
        </p:grpSpPr>
        <p:sp>
          <p:nvSpPr>
            <p:cNvPr id="4" name="Rectangle 3">
              <a:extLst>
                <a:ext uri="{FF2B5EF4-FFF2-40B4-BE49-F238E27FC236}">
                  <a16:creationId xmlns:a16="http://schemas.microsoft.com/office/drawing/2014/main" id="{6D74BE2B-7E34-405D-C5C9-381B69EB5A77}"/>
                </a:ext>
              </a:extLst>
            </p:cNvPr>
            <p:cNvSpPr/>
            <p:nvPr/>
          </p:nvSpPr>
          <p:spPr>
            <a:xfrm>
              <a:off x="385494" y="4436569"/>
              <a:ext cx="11418886" cy="185434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6" name="Rectangle 5">
              <a:extLst>
                <a:ext uri="{FF2B5EF4-FFF2-40B4-BE49-F238E27FC236}">
                  <a16:creationId xmlns:a16="http://schemas.microsoft.com/office/drawing/2014/main" id="{9911ED5A-29B2-DBED-90E3-68A163A985CE}"/>
                </a:ext>
              </a:extLst>
            </p:cNvPr>
            <p:cNvSpPr/>
            <p:nvPr/>
          </p:nvSpPr>
          <p:spPr>
            <a:xfrm>
              <a:off x="380512" y="4436569"/>
              <a:ext cx="1870432" cy="185434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grpSp>
      <p:sp>
        <p:nvSpPr>
          <p:cNvPr id="14" name="Title 13">
            <a:extLst>
              <a:ext uri="{FF2B5EF4-FFF2-40B4-BE49-F238E27FC236}">
                <a16:creationId xmlns:a16="http://schemas.microsoft.com/office/drawing/2014/main" id="{931CB768-0E88-1C6D-5C99-04229DEF1B4C}"/>
              </a:ext>
            </a:extLst>
          </p:cNvPr>
          <p:cNvSpPr>
            <a:spLocks noGrp="1"/>
          </p:cNvSpPr>
          <p:nvPr>
            <p:ph type="title"/>
          </p:nvPr>
        </p:nvSpPr>
        <p:spPr>
          <a:xfrm>
            <a:off x="2336900" y="3875351"/>
            <a:ext cx="5901409" cy="1722759"/>
          </a:xfrm>
        </p:spPr>
        <p:txBody>
          <a:bodyPr anchor="ctr">
            <a:noAutofit/>
          </a:bodyPr>
          <a:lstStyle>
            <a:lvl1pPr>
              <a:defRPr sz="4000" spc="0" baseline="0">
                <a:solidFill>
                  <a:schemeClr val="bg1"/>
                </a:solidFill>
              </a:defRPr>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DC653A0-554F-80A4-AEAE-FD96D2ED8E4D}"/>
              </a:ext>
            </a:extLst>
          </p:cNvPr>
          <p:cNvSpPr>
            <a:spLocks noGrp="1"/>
          </p:cNvSpPr>
          <p:nvPr>
            <p:ph type="pic" sz="quarter" idx="13"/>
          </p:nvPr>
        </p:nvSpPr>
        <p:spPr>
          <a:xfrm>
            <a:off x="785376" y="4133963"/>
            <a:ext cx="1060704" cy="122529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18" name="Text Placeholder 17">
            <a:extLst>
              <a:ext uri="{FF2B5EF4-FFF2-40B4-BE49-F238E27FC236}">
                <a16:creationId xmlns:a16="http://schemas.microsoft.com/office/drawing/2014/main" id="{4A876CB1-4F57-21BB-71E5-C3104D8AF5F0}"/>
              </a:ext>
            </a:extLst>
          </p:cNvPr>
          <p:cNvSpPr>
            <a:spLocks noGrp="1"/>
          </p:cNvSpPr>
          <p:nvPr>
            <p:ph type="body" sz="quarter" idx="14"/>
          </p:nvPr>
        </p:nvSpPr>
        <p:spPr>
          <a:xfrm>
            <a:off x="8480425" y="3875088"/>
            <a:ext cx="2925763" cy="1722437"/>
          </a:xfrm>
        </p:spPr>
        <p:txBody>
          <a:bodyPr anchor="ctr">
            <a:normAutofit/>
          </a:bodyPr>
          <a:lstStyle>
            <a:lvl1pPr marL="0" indent="0" algn="r">
              <a:buNone/>
              <a:defRPr sz="1800" cap="all" baseline="0">
                <a:solidFill>
                  <a:schemeClr val="bg1"/>
                </a:solidFill>
                <a:latin typeface="+mj-lt"/>
              </a:defRPr>
            </a:lvl1pPr>
            <a:lvl2pPr marL="457200" indent="0" algn="r">
              <a:buNone/>
              <a:defRPr sz="1600" cap="all" baseline="0">
                <a:solidFill>
                  <a:schemeClr val="bg1"/>
                </a:solidFill>
                <a:latin typeface="+mj-lt"/>
              </a:defRPr>
            </a:lvl2pPr>
            <a:lvl3pPr marL="914400" indent="0" algn="r">
              <a:buNone/>
              <a:defRPr sz="1400" cap="all" baseline="0">
                <a:solidFill>
                  <a:schemeClr val="bg1"/>
                </a:solidFill>
                <a:latin typeface="+mj-lt"/>
              </a:defRPr>
            </a:lvl3pPr>
            <a:lvl4pPr marL="1371600" indent="0" algn="r">
              <a:buNone/>
              <a:defRPr cap="all" baseline="0">
                <a:solidFill>
                  <a:schemeClr val="bg1"/>
                </a:solidFill>
                <a:latin typeface="+mj-lt"/>
              </a:defRPr>
            </a:lvl4pPr>
            <a:lvl5pPr marL="1828800" indent="0" algn="r">
              <a:buNone/>
              <a:defRPr cap="all" baseline="0">
                <a:solidFill>
                  <a:schemeClr val="bg1"/>
                </a:solidFill>
                <a:latin typeface="+mj-lt"/>
              </a:defRPr>
            </a:lvl5pPr>
          </a:lstStyle>
          <a:p>
            <a:pPr lvl="0"/>
            <a:r>
              <a:rPr lang="en-US"/>
              <a:t>Click to edit Master text styles</a:t>
            </a:r>
          </a:p>
          <a:p>
            <a:pPr lvl="1"/>
            <a:r>
              <a:rPr lang="en-US"/>
              <a:t>Second level</a:t>
            </a:r>
          </a:p>
          <a:p>
            <a:pPr lvl="2"/>
            <a:r>
              <a:rPr lang="en-US"/>
              <a:t>Third level</a:t>
            </a:r>
          </a:p>
        </p:txBody>
      </p:sp>
      <p:sp>
        <p:nvSpPr>
          <p:cNvPr id="7" name="Footer Placeholder 30">
            <a:extLst>
              <a:ext uri="{FF2B5EF4-FFF2-40B4-BE49-F238E27FC236}">
                <a16:creationId xmlns:a16="http://schemas.microsoft.com/office/drawing/2014/main" id="{9B1D2931-D686-3D17-0236-95C4A8A10F06}"/>
              </a:ext>
            </a:extLst>
          </p:cNvPr>
          <p:cNvSpPr>
            <a:spLocks noGrp="1"/>
          </p:cNvSpPr>
          <p:nvPr>
            <p:ph type="ftr" sz="quarter" idx="11"/>
          </p:nvPr>
        </p:nvSpPr>
        <p:spPr>
          <a:xfrm>
            <a:off x="4037537" y="6375679"/>
            <a:ext cx="4114800" cy="345796"/>
          </a:xfrm>
        </p:spPr>
        <p:txBody>
          <a:bodyPr/>
          <a:lstStyle/>
          <a:p>
            <a:r>
              <a:rPr lang="en-US" sz="1000">
                <a:solidFill>
                  <a:schemeClr val="bg2"/>
                </a:solidFill>
              </a:rPr>
              <a:t>Presentation Title </a:t>
            </a:r>
            <a:endParaRPr lang="en-US" sz="1000" dirty="0">
              <a:solidFill>
                <a:schemeClr val="bg2"/>
              </a:solidFill>
            </a:endParaRPr>
          </a:p>
        </p:txBody>
      </p:sp>
      <p:sp>
        <p:nvSpPr>
          <p:cNvPr id="8" name="Date Placeholder 31">
            <a:extLst>
              <a:ext uri="{FF2B5EF4-FFF2-40B4-BE49-F238E27FC236}">
                <a16:creationId xmlns:a16="http://schemas.microsoft.com/office/drawing/2014/main" id="{8F7643C2-0A22-3184-3406-C4EB5803B805}"/>
              </a:ext>
            </a:extLst>
          </p:cNvPr>
          <p:cNvSpPr>
            <a:spLocks noGrp="1"/>
          </p:cNvSpPr>
          <p:nvPr>
            <p:ph type="dt" sz="half" idx="10"/>
          </p:nvPr>
        </p:nvSpPr>
        <p:spPr>
          <a:xfrm>
            <a:off x="248482" y="6375679"/>
            <a:ext cx="2329722" cy="348462"/>
          </a:xfrm>
        </p:spPr>
        <p:txBody>
          <a:bodyPr/>
          <a:lstStyle/>
          <a:p>
            <a:r>
              <a:rPr lang="en-US" sz="1000">
                <a:solidFill>
                  <a:schemeClr val="bg2"/>
                </a:solidFill>
              </a:rPr>
              <a:t>2/29/20XX</a:t>
            </a:r>
            <a:endParaRPr lang="en-US" sz="1000" dirty="0">
              <a:solidFill>
                <a:schemeClr val="bg2"/>
              </a:solidFill>
            </a:endParaRPr>
          </a:p>
        </p:txBody>
      </p:sp>
      <p:sp>
        <p:nvSpPr>
          <p:cNvPr id="9" name="Slide Number Placeholder 32">
            <a:extLst>
              <a:ext uri="{FF2B5EF4-FFF2-40B4-BE49-F238E27FC236}">
                <a16:creationId xmlns:a16="http://schemas.microsoft.com/office/drawing/2014/main" id="{740BAC83-41F6-1CDC-2F0C-89FA97C6CB1B}"/>
              </a:ext>
            </a:extLst>
          </p:cNvPr>
          <p:cNvSpPr>
            <a:spLocks noGrp="1"/>
          </p:cNvSpPr>
          <p:nvPr>
            <p:ph type="sldNum" sz="quarter" idx="12"/>
          </p:nvPr>
        </p:nvSpPr>
        <p:spPr>
          <a:xfrm>
            <a:off x="9484513" y="6375679"/>
            <a:ext cx="2329723" cy="345796"/>
          </a:xfrm>
        </p:spPr>
        <p:txBody>
          <a:bodyPr/>
          <a:lstStyle/>
          <a:p>
            <a:fld id="{71766878-3199-4EAB-94E7-2D6D11070E14}" type="slidenum">
              <a:rPr lang="en-US" sz="1000" smtClean="0">
                <a:solidFill>
                  <a:schemeClr val="bg2"/>
                </a:solidFill>
              </a:rPr>
              <a:pPr/>
              <a:t>‹#›</a:t>
            </a:fld>
            <a:endParaRPr lang="en-US" sz="1000" dirty="0">
              <a:solidFill>
                <a:schemeClr val="bg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solidFill>
              </a:defRPr>
            </a:lvl1pPr>
          </a:lstStyle>
          <a:p>
            <a:r>
              <a:rPr lang="en-US"/>
              <a:t>2/29/20XX</a:t>
            </a:r>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solidFill>
              </a:defRPr>
            </a:lvl1pPr>
          </a:lstStyle>
          <a:p>
            <a:r>
              <a:rPr lang="en-US"/>
              <a:t>Presentation Title </a:t>
            </a:r>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solidFill>
              </a:defRPr>
            </a:lvl1pPr>
          </a:lstStyle>
          <a:p>
            <a:fld id="{71766878-3199-4EAB-94E7-2D6D11070E14}"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88" r:id="rId6"/>
    <p:sldLayoutId id="2147483689" r:id="rId7"/>
    <p:sldLayoutId id="2147483690" r:id="rId8"/>
    <p:sldLayoutId id="2147483691" r:id="rId9"/>
    <p:sldLayoutId id="2147483692" r:id="rId10"/>
    <p:sldLayoutId id="2147483693" r:id="rId11"/>
    <p:sldLayoutId id="2147483694" r:id="rId12"/>
    <p:sldLayoutId id="2147483649" r:id="rId13"/>
  </p:sldLayoutIdLst>
  <p:hf sldNum="0" hdr="0" ftr="0" dt="0"/>
  <p:txStyles>
    <p:titleStyle>
      <a:lvl1pPr algn="l" defTabSz="914400" rtl="0" eaLnBrk="1" latinLnBrk="0" hangingPunct="1">
        <a:lnSpc>
          <a:spcPct val="90000"/>
        </a:lnSpc>
        <a:spcBef>
          <a:spcPct val="0"/>
        </a:spcBef>
        <a:buNone/>
        <a:defRPr sz="5100" kern="1200" cap="all" spc="20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12132-1B09-136C-2108-F5998A549022}"/>
              </a:ext>
            </a:extLst>
          </p:cNvPr>
          <p:cNvSpPr>
            <a:spLocks noGrp="1"/>
          </p:cNvSpPr>
          <p:nvPr>
            <p:ph type="title"/>
          </p:nvPr>
        </p:nvSpPr>
        <p:spPr>
          <a:xfrm>
            <a:off x="2456284" y="4549769"/>
            <a:ext cx="8788120" cy="827989"/>
          </a:xfrm>
        </p:spPr>
        <p:txBody>
          <a:bodyPr>
            <a:normAutofit fontScale="90000"/>
          </a:bodyPr>
          <a:lstStyle/>
          <a:p>
            <a:pPr lvl="0"/>
            <a:r>
              <a:rPr lang="en-US" noProof="0" dirty="0"/>
              <a:t>SUNFORGE Markets (MiD-build deck)</a:t>
            </a:r>
          </a:p>
        </p:txBody>
      </p:sp>
      <p:pic>
        <p:nvPicPr>
          <p:cNvPr id="14" name="Picture Placeholder 13" descr="Logo">
            <a:extLst>
              <a:ext uri="{FF2B5EF4-FFF2-40B4-BE49-F238E27FC236}">
                <a16:creationId xmlns:a16="http://schemas.microsoft.com/office/drawing/2014/main" id="{A183DF06-7611-3C42-97AA-AC3FC72B8E38}"/>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rcRect l="169" r="169"/>
          <a:stretch/>
        </p:blipFill>
        <p:spPr>
          <a:xfrm>
            <a:off x="785376" y="4751091"/>
            <a:ext cx="1060704" cy="1225296"/>
          </a:xfrm>
        </p:spPr>
      </p:pic>
      <p:sp>
        <p:nvSpPr>
          <p:cNvPr id="4" name="Title 3">
            <a:extLst>
              <a:ext uri="{FF2B5EF4-FFF2-40B4-BE49-F238E27FC236}">
                <a16:creationId xmlns:a16="http://schemas.microsoft.com/office/drawing/2014/main" id="{CED423A7-16AD-96DF-03B4-499662CACD09}"/>
              </a:ext>
            </a:extLst>
          </p:cNvPr>
          <p:cNvSpPr txBox="1">
            <a:spLocks/>
          </p:cNvSpPr>
          <p:nvPr/>
        </p:nvSpPr>
        <p:spPr>
          <a:xfrm>
            <a:off x="2456284" y="5483368"/>
            <a:ext cx="5690715" cy="577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cap="all" spc="0" baseline="0">
                <a:solidFill>
                  <a:schemeClr val="bg1"/>
                </a:solidFill>
                <a:latin typeface="+mj-lt"/>
                <a:ea typeface="+mj-ea"/>
                <a:cs typeface="+mj-cs"/>
              </a:defRPr>
            </a:lvl1pPr>
          </a:lstStyle>
          <a:p>
            <a:r>
              <a:rPr lang="en-US" sz="2400" dirty="0"/>
              <a:t>Bernard Henderson, Nicklaus Brooks</a:t>
            </a:r>
          </a:p>
        </p:txBody>
      </p:sp>
    </p:spTree>
    <p:extLst>
      <p:ext uri="{BB962C8B-B14F-4D97-AF65-F5344CB8AC3E}">
        <p14:creationId xmlns:p14="http://schemas.microsoft.com/office/powerpoint/2010/main" val="37437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B2694C-3048-BC5B-C6FA-B17EDAEE011D}"/>
              </a:ext>
            </a:extLst>
          </p:cNvPr>
          <p:cNvSpPr>
            <a:spLocks noGrp="1"/>
          </p:cNvSpPr>
          <p:nvPr>
            <p:ph type="title"/>
          </p:nvPr>
        </p:nvSpPr>
        <p:spPr>
          <a:xfrm>
            <a:off x="6094936" y="458695"/>
            <a:ext cx="5690715" cy="577967"/>
          </a:xfrm>
        </p:spPr>
        <p:txBody>
          <a:bodyPr/>
          <a:lstStyle/>
          <a:p>
            <a:r>
              <a:rPr lang="en-US" dirty="0"/>
              <a:t>Technology Solution</a:t>
            </a:r>
          </a:p>
        </p:txBody>
      </p:sp>
      <p:pic>
        <p:nvPicPr>
          <p:cNvPr id="14" name="Picture Placeholder 13" descr="A white hexagon with black background">
            <a:extLst>
              <a:ext uri="{FF2B5EF4-FFF2-40B4-BE49-F238E27FC236}">
                <a16:creationId xmlns:a16="http://schemas.microsoft.com/office/drawing/2014/main" id="{D646223A-19D5-631B-406C-9DE95372C2AC}"/>
              </a:ext>
            </a:extLst>
          </p:cNvPr>
          <p:cNvPicPr>
            <a:picLocks noGrp="1" noChangeAspect="1"/>
          </p:cNvPicPr>
          <p:nvPr>
            <p:ph type="pic" sz="quarter" idx="16"/>
          </p:nvPr>
        </p:nvPicPr>
        <p:blipFill>
          <a:blip r:embed="rId3"/>
          <a:srcRect l="43" r="43"/>
          <a:stretch/>
        </p:blipFill>
        <p:spPr>
          <a:xfrm>
            <a:off x="922338" y="1587500"/>
            <a:ext cx="3703320" cy="4279392"/>
          </a:xfrm>
        </p:spPr>
      </p:pic>
      <p:sp>
        <p:nvSpPr>
          <p:cNvPr id="5" name="Content Placeholder 4">
            <a:extLst>
              <a:ext uri="{FF2B5EF4-FFF2-40B4-BE49-F238E27FC236}">
                <a16:creationId xmlns:a16="http://schemas.microsoft.com/office/drawing/2014/main" id="{7B5EFA62-228E-3226-BEC0-DAD98E415379}"/>
              </a:ext>
            </a:extLst>
          </p:cNvPr>
          <p:cNvSpPr>
            <a:spLocks noGrp="1"/>
          </p:cNvSpPr>
          <p:nvPr>
            <p:ph sz="quarter" idx="15"/>
          </p:nvPr>
        </p:nvSpPr>
        <p:spPr>
          <a:xfrm>
            <a:off x="6096115" y="1552237"/>
            <a:ext cx="5689537" cy="3875371"/>
          </a:xfrm>
        </p:spPr>
        <p:txBody>
          <a:bodyPr/>
          <a:lstStyle/>
          <a:p>
            <a:r>
              <a:rPr lang="en-US" dirty="0"/>
              <a:t>Sunforge Markets is a web-based stock trading platform that allows users to create accounts, manage portfolios, and simulate buying and selling stocks within a database-driven application.</a:t>
            </a:r>
          </a:p>
        </p:txBody>
      </p:sp>
      <p:pic>
        <p:nvPicPr>
          <p:cNvPr id="36" name="Picture Placeholder 35" descr="Logo">
            <a:extLst>
              <a:ext uri="{FF2B5EF4-FFF2-40B4-BE49-F238E27FC236}">
                <a16:creationId xmlns:a16="http://schemas.microsoft.com/office/drawing/2014/main" id="{3D608FD5-86FF-AF9B-7164-983AACE2B829}"/>
              </a:ext>
            </a:extLst>
          </p:cNvPr>
          <p:cNvPicPr>
            <a:picLocks noGrp="1" noChangeAspect="1"/>
          </p:cNvPicPr>
          <p:nvPr>
            <p:ph type="pic" sz="quarter" idx="14"/>
          </p:nvPr>
        </p:nvPicPr>
        <p:blipFill>
          <a:blip r:embed="rId4">
            <a:extLst>
              <a:ext uri="{96DAC541-7B7A-43D3-8B79-37D633B846F1}">
                <asvg:svgBlip xmlns:asvg="http://schemas.microsoft.com/office/drawing/2016/SVG/main" r:embed="rId5"/>
              </a:ext>
            </a:extLst>
          </a:blip>
          <a:srcRect l="406" r="406"/>
          <a:stretch/>
        </p:blipFill>
        <p:spPr>
          <a:xfrm>
            <a:off x="11158320" y="5764735"/>
            <a:ext cx="630936" cy="731520"/>
          </a:xfrm>
        </p:spPr>
      </p:pic>
    </p:spTree>
    <p:extLst>
      <p:ext uri="{BB962C8B-B14F-4D97-AF65-F5344CB8AC3E}">
        <p14:creationId xmlns:p14="http://schemas.microsoft.com/office/powerpoint/2010/main" val="1230509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9A096E-19D4-BD56-CEC7-F7E3C99E5962}"/>
              </a:ext>
            </a:extLst>
          </p:cNvPr>
          <p:cNvSpPr>
            <a:spLocks noGrp="1"/>
          </p:cNvSpPr>
          <p:nvPr>
            <p:ph type="title"/>
          </p:nvPr>
        </p:nvSpPr>
        <p:spPr>
          <a:xfrm>
            <a:off x="6094936" y="458695"/>
            <a:ext cx="5690715" cy="577967"/>
          </a:xfrm>
        </p:spPr>
        <p:txBody>
          <a:bodyPr/>
          <a:lstStyle/>
          <a:p>
            <a:pPr lvl="0"/>
            <a:r>
              <a:rPr lang="en-US" dirty="0"/>
              <a:t>the target audience for our system</a:t>
            </a:r>
            <a:endParaRPr lang="en-US" noProof="0" dirty="0"/>
          </a:p>
        </p:txBody>
      </p:sp>
      <p:pic>
        <p:nvPicPr>
          <p:cNvPr id="6" name="Picture Placeholder 5" descr="A white and black logo">
            <a:extLst>
              <a:ext uri="{FF2B5EF4-FFF2-40B4-BE49-F238E27FC236}">
                <a16:creationId xmlns:a16="http://schemas.microsoft.com/office/drawing/2014/main" id="{829CA16C-261C-CAB4-3829-C6AC90AF06DB}"/>
              </a:ext>
            </a:extLst>
          </p:cNvPr>
          <p:cNvPicPr>
            <a:picLocks noGrp="1" noChangeAspect="1"/>
          </p:cNvPicPr>
          <p:nvPr>
            <p:ph type="pic" sz="quarter" idx="16"/>
          </p:nvPr>
        </p:nvPicPr>
        <p:blipFill>
          <a:blip r:embed="rId3"/>
          <a:srcRect l="7" r="7"/>
          <a:stretch/>
        </p:blipFill>
        <p:spPr>
          <a:xfrm>
            <a:off x="837273" y="1840378"/>
            <a:ext cx="4206240" cy="3639312"/>
          </a:xfrm>
        </p:spPr>
      </p:pic>
      <p:sp>
        <p:nvSpPr>
          <p:cNvPr id="10" name="Content Placeholder 9">
            <a:extLst>
              <a:ext uri="{FF2B5EF4-FFF2-40B4-BE49-F238E27FC236}">
                <a16:creationId xmlns:a16="http://schemas.microsoft.com/office/drawing/2014/main" id="{D13107B8-D5B9-707A-E090-6F772B82DE87}"/>
              </a:ext>
            </a:extLst>
          </p:cNvPr>
          <p:cNvSpPr>
            <a:spLocks noGrp="1"/>
          </p:cNvSpPr>
          <p:nvPr>
            <p:ph sz="quarter" idx="15"/>
          </p:nvPr>
        </p:nvSpPr>
        <p:spPr>
          <a:xfrm>
            <a:off x="6096115" y="1652717"/>
            <a:ext cx="6095885" cy="3875371"/>
          </a:xfrm>
        </p:spPr>
        <p:txBody>
          <a:bodyPr/>
          <a:lstStyle/>
          <a:p>
            <a:r>
              <a:rPr lang="en-US" dirty="0"/>
              <a:t>Trainees learning how stock trading works</a:t>
            </a:r>
          </a:p>
          <a:p>
            <a:r>
              <a:rPr lang="en-US" dirty="0"/>
              <a:t>Users practicing market strategies</a:t>
            </a:r>
          </a:p>
          <a:p>
            <a:r>
              <a:rPr lang="en-US" dirty="0"/>
              <a:t>Companies looking for a platform to train stockbrokers</a:t>
            </a:r>
          </a:p>
          <a:p>
            <a:r>
              <a:rPr lang="en-US" dirty="0"/>
              <a:t>Companies that want flexibility, and admin controls.</a:t>
            </a:r>
          </a:p>
        </p:txBody>
      </p:sp>
      <p:pic>
        <p:nvPicPr>
          <p:cNvPr id="25" name="Picture Placeholder 24" descr="Logo">
            <a:extLst>
              <a:ext uri="{FF2B5EF4-FFF2-40B4-BE49-F238E27FC236}">
                <a16:creationId xmlns:a16="http://schemas.microsoft.com/office/drawing/2014/main" id="{0E657AC0-906B-4F3B-AFF5-7C8D21C18CEC}"/>
              </a:ext>
            </a:extLst>
          </p:cNvPr>
          <p:cNvPicPr>
            <a:picLocks noGrp="1" noChangeAspect="1"/>
          </p:cNvPicPr>
          <p:nvPr>
            <p:ph type="pic" sz="quarter" idx="14"/>
          </p:nvPr>
        </p:nvPicPr>
        <p:blipFill>
          <a:blip r:embed="rId4">
            <a:extLst>
              <a:ext uri="{96DAC541-7B7A-43D3-8B79-37D633B846F1}">
                <asvg:svgBlip xmlns:asvg="http://schemas.microsoft.com/office/drawing/2016/SVG/main" r:embed="rId5"/>
              </a:ext>
            </a:extLst>
          </a:blip>
          <a:srcRect l="406" r="406"/>
          <a:stretch/>
        </p:blipFill>
        <p:spPr>
          <a:xfrm>
            <a:off x="11158320" y="5764735"/>
            <a:ext cx="630936" cy="731520"/>
          </a:xfrm>
        </p:spPr>
      </p:pic>
      <p:sp>
        <p:nvSpPr>
          <p:cNvPr id="3" name="Rectangle 2">
            <a:extLst>
              <a:ext uri="{FF2B5EF4-FFF2-40B4-BE49-F238E27FC236}">
                <a16:creationId xmlns:a16="http://schemas.microsoft.com/office/drawing/2014/main" id="{27199ECC-3F65-591F-90F7-E68AF00B7D1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Individuals learning how stock trading 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Users practicing market strategies</a:t>
            </a:r>
          </a:p>
        </p:txBody>
      </p:sp>
    </p:spTree>
    <p:extLst>
      <p:ext uri="{BB962C8B-B14F-4D97-AF65-F5344CB8AC3E}">
        <p14:creationId xmlns:p14="http://schemas.microsoft.com/office/powerpoint/2010/main" val="2165615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B24E6E-27EF-2F57-BD1F-904FF6A26F1B}"/>
              </a:ext>
            </a:extLst>
          </p:cNvPr>
          <p:cNvSpPr>
            <a:spLocks noGrp="1"/>
          </p:cNvSpPr>
          <p:nvPr>
            <p:ph type="title"/>
          </p:nvPr>
        </p:nvSpPr>
        <p:spPr>
          <a:xfrm>
            <a:off x="397764" y="481564"/>
            <a:ext cx="5511330" cy="577967"/>
          </a:xfrm>
        </p:spPr>
        <p:txBody>
          <a:bodyPr/>
          <a:lstStyle/>
          <a:p>
            <a:r>
              <a:rPr lang="en-US" dirty="0"/>
              <a:t>Development Tools / Environment</a:t>
            </a:r>
          </a:p>
        </p:txBody>
      </p:sp>
      <p:sp>
        <p:nvSpPr>
          <p:cNvPr id="2" name="Content Placeholder 1">
            <a:extLst>
              <a:ext uri="{FF2B5EF4-FFF2-40B4-BE49-F238E27FC236}">
                <a16:creationId xmlns:a16="http://schemas.microsoft.com/office/drawing/2014/main" id="{22235F1C-EE3D-73BE-27C1-FEF8CD988E62}"/>
              </a:ext>
            </a:extLst>
          </p:cNvPr>
          <p:cNvSpPr>
            <a:spLocks noGrp="1"/>
          </p:cNvSpPr>
          <p:nvPr>
            <p:ph sz="quarter" idx="15"/>
          </p:nvPr>
        </p:nvSpPr>
        <p:spPr>
          <a:xfrm>
            <a:off x="449263" y="2076051"/>
            <a:ext cx="5459412" cy="3403174"/>
          </a:xfrm>
        </p:spPr>
        <p:txBody>
          <a:bodyPr>
            <a:normAutofit lnSpcReduction="10000"/>
          </a:bodyPr>
          <a:lstStyle/>
          <a:p>
            <a:r>
              <a:rPr lang="en-US" dirty="0" err="1"/>
              <a:t>Vscode</a:t>
            </a:r>
            <a:r>
              <a:rPr lang="en-US" dirty="0"/>
              <a:t> – Primary editor for writing html/</a:t>
            </a:r>
            <a:r>
              <a:rPr lang="en-US" dirty="0" err="1"/>
              <a:t>css</a:t>
            </a:r>
            <a:r>
              <a:rPr lang="en-US" dirty="0"/>
              <a:t>.</a:t>
            </a:r>
          </a:p>
          <a:p>
            <a:r>
              <a:rPr lang="en-US" dirty="0"/>
              <a:t>HTML &amp; CSS – the user interface and layout for the platform.</a:t>
            </a:r>
          </a:p>
          <a:p>
            <a:r>
              <a:rPr lang="en-US" dirty="0"/>
              <a:t>JavaScript – gives functionality to the webpages.</a:t>
            </a:r>
          </a:p>
        </p:txBody>
      </p:sp>
      <p:sp>
        <p:nvSpPr>
          <p:cNvPr id="3" name="Content Placeholder 2">
            <a:extLst>
              <a:ext uri="{FF2B5EF4-FFF2-40B4-BE49-F238E27FC236}">
                <a16:creationId xmlns:a16="http://schemas.microsoft.com/office/drawing/2014/main" id="{ED9A61DD-48C4-BF83-7463-FEE0100AF104}"/>
              </a:ext>
            </a:extLst>
          </p:cNvPr>
          <p:cNvSpPr>
            <a:spLocks noGrp="1"/>
          </p:cNvSpPr>
          <p:nvPr>
            <p:ph sz="quarter" idx="16"/>
          </p:nvPr>
        </p:nvSpPr>
        <p:spPr>
          <a:xfrm>
            <a:off x="6014376" y="2076051"/>
            <a:ext cx="5799860" cy="3403174"/>
          </a:xfrm>
        </p:spPr>
        <p:txBody>
          <a:bodyPr/>
          <a:lstStyle/>
          <a:p>
            <a:r>
              <a:rPr lang="en-US" dirty="0"/>
              <a:t>SQL – for the purpose of storing user data.</a:t>
            </a:r>
          </a:p>
          <a:p>
            <a:r>
              <a:rPr lang="en-US" dirty="0"/>
              <a:t>AWS and python are to be implemented in later, complete builds of the system.</a:t>
            </a:r>
          </a:p>
        </p:txBody>
      </p:sp>
      <p:pic>
        <p:nvPicPr>
          <p:cNvPr id="24" name="Picture Placeholder 23" descr="Logo">
            <a:extLst>
              <a:ext uri="{FF2B5EF4-FFF2-40B4-BE49-F238E27FC236}">
                <a16:creationId xmlns:a16="http://schemas.microsoft.com/office/drawing/2014/main" id="{270EF769-AC7A-1FC5-0724-935D74901F97}"/>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rcRect l="406" r="406"/>
          <a:stretch/>
        </p:blipFill>
        <p:spPr>
          <a:xfrm>
            <a:off x="11158320" y="5764735"/>
            <a:ext cx="630936" cy="731520"/>
          </a:xfrm>
        </p:spPr>
      </p:pic>
    </p:spTree>
    <p:extLst>
      <p:ext uri="{BB962C8B-B14F-4D97-AF65-F5344CB8AC3E}">
        <p14:creationId xmlns:p14="http://schemas.microsoft.com/office/powerpoint/2010/main" val="976224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ADA4ED-E2E9-EAFF-9EE5-D139BD0133D7}"/>
              </a:ext>
            </a:extLst>
          </p:cNvPr>
          <p:cNvSpPr>
            <a:spLocks noGrp="1"/>
          </p:cNvSpPr>
          <p:nvPr>
            <p:ph type="title"/>
          </p:nvPr>
        </p:nvSpPr>
        <p:spPr>
          <a:xfrm>
            <a:off x="397764" y="481564"/>
            <a:ext cx="5511330" cy="577967"/>
          </a:xfrm>
        </p:spPr>
        <p:txBody>
          <a:bodyPr/>
          <a:lstStyle/>
          <a:p>
            <a:pPr lvl="0"/>
            <a:r>
              <a:rPr lang="en-US" dirty="0"/>
              <a:t>Accomplishments</a:t>
            </a:r>
            <a:endParaRPr lang="en-US" noProof="0" dirty="0"/>
          </a:p>
        </p:txBody>
      </p:sp>
      <p:sp>
        <p:nvSpPr>
          <p:cNvPr id="8" name="Content Placeholder 7">
            <a:extLst>
              <a:ext uri="{FF2B5EF4-FFF2-40B4-BE49-F238E27FC236}">
                <a16:creationId xmlns:a16="http://schemas.microsoft.com/office/drawing/2014/main" id="{2D6EF828-2E39-755D-7277-2DC4C80A6430}"/>
              </a:ext>
            </a:extLst>
          </p:cNvPr>
          <p:cNvSpPr>
            <a:spLocks noGrp="1"/>
          </p:cNvSpPr>
          <p:nvPr>
            <p:ph sz="quarter" idx="15"/>
          </p:nvPr>
        </p:nvSpPr>
        <p:spPr>
          <a:xfrm>
            <a:off x="449263" y="2076051"/>
            <a:ext cx="5459412" cy="3403174"/>
          </a:xfrm>
        </p:spPr>
        <p:txBody>
          <a:bodyPr/>
          <a:lstStyle/>
          <a:p>
            <a:r>
              <a:rPr lang="en-US" dirty="0"/>
              <a:t>Function 1:  The Create Portfolio function allows a new user to create an account within the system. Once the information is submitted, a user profile and portfolio are created in the system.</a:t>
            </a:r>
            <a:endParaRPr lang="en-US" noProof="0" dirty="0"/>
          </a:p>
        </p:txBody>
      </p:sp>
      <p:sp>
        <p:nvSpPr>
          <p:cNvPr id="9" name="Content Placeholder 8">
            <a:extLst>
              <a:ext uri="{FF2B5EF4-FFF2-40B4-BE49-F238E27FC236}">
                <a16:creationId xmlns:a16="http://schemas.microsoft.com/office/drawing/2014/main" id="{2D09593F-1174-BA95-2DE5-F9845B103ED2}"/>
              </a:ext>
            </a:extLst>
          </p:cNvPr>
          <p:cNvSpPr>
            <a:spLocks noGrp="1"/>
          </p:cNvSpPr>
          <p:nvPr>
            <p:ph sz="quarter" idx="16"/>
          </p:nvPr>
        </p:nvSpPr>
        <p:spPr>
          <a:xfrm>
            <a:off x="6014376" y="2076051"/>
            <a:ext cx="5799860" cy="3403174"/>
          </a:xfrm>
        </p:spPr>
        <p:txBody>
          <a:bodyPr/>
          <a:lstStyle/>
          <a:p>
            <a:pPr marL="0" indent="0">
              <a:buNone/>
            </a:pPr>
            <a:r>
              <a:rPr lang="en-US" dirty="0"/>
              <a:t>Function 2: The View Portfolio function allows users to view their current portfolio within the system. The page displays current cash balance, portfolio value, daily stock changes, the users owned stocks and transaction history.</a:t>
            </a:r>
            <a:endParaRPr lang="en-US" noProof="0" dirty="0"/>
          </a:p>
        </p:txBody>
      </p:sp>
      <p:pic>
        <p:nvPicPr>
          <p:cNvPr id="19" name="Picture Placeholder 18" descr="Logo">
            <a:extLst>
              <a:ext uri="{FF2B5EF4-FFF2-40B4-BE49-F238E27FC236}">
                <a16:creationId xmlns:a16="http://schemas.microsoft.com/office/drawing/2014/main" id="{25BA4007-22E2-0F99-BCF6-4EB87801681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rcRect l="406" r="406"/>
          <a:stretch/>
        </p:blipFill>
        <p:spPr>
          <a:xfrm>
            <a:off x="11158320" y="5764735"/>
            <a:ext cx="630936" cy="731520"/>
          </a:xfrm>
        </p:spPr>
      </p:pic>
    </p:spTree>
    <p:extLst>
      <p:ext uri="{BB962C8B-B14F-4D97-AF65-F5344CB8AC3E}">
        <p14:creationId xmlns:p14="http://schemas.microsoft.com/office/powerpoint/2010/main" val="2876593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3283E-4C61-7099-54D2-125BA0620AE2}"/>
              </a:ext>
            </a:extLst>
          </p:cNvPr>
          <p:cNvSpPr>
            <a:spLocks noGrp="1"/>
          </p:cNvSpPr>
          <p:nvPr>
            <p:ph type="title"/>
          </p:nvPr>
        </p:nvSpPr>
        <p:spPr/>
        <p:txBody>
          <a:bodyPr/>
          <a:lstStyle/>
          <a:p>
            <a:r>
              <a:rPr lang="en-US" dirty="0"/>
              <a:t>Function 1: Create Portfolio </a:t>
            </a:r>
          </a:p>
        </p:txBody>
      </p:sp>
      <p:sp>
        <p:nvSpPr>
          <p:cNvPr id="5" name="Picture Placeholder 4">
            <a:extLst>
              <a:ext uri="{FF2B5EF4-FFF2-40B4-BE49-F238E27FC236}">
                <a16:creationId xmlns:a16="http://schemas.microsoft.com/office/drawing/2014/main" id="{CCD0D56F-C325-B97E-80BE-6E5433D9D210}"/>
              </a:ext>
            </a:extLst>
          </p:cNvPr>
          <p:cNvSpPr>
            <a:spLocks noGrp="1"/>
          </p:cNvSpPr>
          <p:nvPr>
            <p:ph type="pic" sz="quarter" idx="14"/>
          </p:nvPr>
        </p:nvSpPr>
        <p:spPr/>
        <p:txBody>
          <a:bodyPr/>
          <a:lstStyle/>
          <a:p>
            <a:endParaRPr lang="en-US"/>
          </a:p>
        </p:txBody>
      </p:sp>
      <p:pic>
        <p:nvPicPr>
          <p:cNvPr id="7" name="Picture 6">
            <a:extLst>
              <a:ext uri="{FF2B5EF4-FFF2-40B4-BE49-F238E27FC236}">
                <a16:creationId xmlns:a16="http://schemas.microsoft.com/office/drawing/2014/main" id="{9CA8727D-1542-975E-B79E-B5BAE0AE5D8F}"/>
              </a:ext>
            </a:extLst>
          </p:cNvPr>
          <p:cNvPicPr>
            <a:picLocks noChangeAspect="1"/>
          </p:cNvPicPr>
          <p:nvPr/>
        </p:nvPicPr>
        <p:blipFill>
          <a:blip r:embed="rId2"/>
          <a:stretch>
            <a:fillRect/>
          </a:stretch>
        </p:blipFill>
        <p:spPr>
          <a:xfrm>
            <a:off x="1896775" y="1637853"/>
            <a:ext cx="8024638" cy="4492642"/>
          </a:xfrm>
          <a:prstGeom prst="rect">
            <a:avLst/>
          </a:prstGeom>
        </p:spPr>
      </p:pic>
    </p:spTree>
    <p:extLst>
      <p:ext uri="{BB962C8B-B14F-4D97-AF65-F5344CB8AC3E}">
        <p14:creationId xmlns:p14="http://schemas.microsoft.com/office/powerpoint/2010/main" val="3157924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7DB61-6E33-3E5D-FD2E-BCA67A17D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BA1DD-2D6C-DD3F-7AFC-03E0D3C3561D}"/>
              </a:ext>
            </a:extLst>
          </p:cNvPr>
          <p:cNvSpPr>
            <a:spLocks noGrp="1"/>
          </p:cNvSpPr>
          <p:nvPr>
            <p:ph type="title"/>
          </p:nvPr>
        </p:nvSpPr>
        <p:spPr/>
        <p:txBody>
          <a:bodyPr/>
          <a:lstStyle/>
          <a:p>
            <a:r>
              <a:rPr lang="en-US" dirty="0"/>
              <a:t>Function 1: view Portfolio </a:t>
            </a:r>
          </a:p>
        </p:txBody>
      </p:sp>
      <p:sp>
        <p:nvSpPr>
          <p:cNvPr id="5" name="Picture Placeholder 4">
            <a:extLst>
              <a:ext uri="{FF2B5EF4-FFF2-40B4-BE49-F238E27FC236}">
                <a16:creationId xmlns:a16="http://schemas.microsoft.com/office/drawing/2014/main" id="{BFCAB6FB-3E64-8E03-E5B8-B83A476A0B01}"/>
              </a:ext>
            </a:extLst>
          </p:cNvPr>
          <p:cNvSpPr>
            <a:spLocks noGrp="1"/>
          </p:cNvSpPr>
          <p:nvPr>
            <p:ph type="pic" sz="quarter" idx="14"/>
          </p:nvPr>
        </p:nvSpPr>
        <p:spPr/>
        <p:txBody>
          <a:bodyPr/>
          <a:lstStyle/>
          <a:p>
            <a:endParaRPr lang="en-US"/>
          </a:p>
        </p:txBody>
      </p:sp>
      <p:pic>
        <p:nvPicPr>
          <p:cNvPr id="4" name="Picture 3">
            <a:extLst>
              <a:ext uri="{FF2B5EF4-FFF2-40B4-BE49-F238E27FC236}">
                <a16:creationId xmlns:a16="http://schemas.microsoft.com/office/drawing/2014/main" id="{6900BCB1-7BBE-B279-609E-4E3E3A974837}"/>
              </a:ext>
            </a:extLst>
          </p:cNvPr>
          <p:cNvPicPr>
            <a:picLocks noChangeAspect="1"/>
          </p:cNvPicPr>
          <p:nvPr/>
        </p:nvPicPr>
        <p:blipFill>
          <a:blip r:embed="rId2"/>
          <a:stretch>
            <a:fillRect/>
          </a:stretch>
        </p:blipFill>
        <p:spPr>
          <a:xfrm>
            <a:off x="2417522" y="1631531"/>
            <a:ext cx="6889316" cy="4418540"/>
          </a:xfrm>
          <a:prstGeom prst="rect">
            <a:avLst/>
          </a:prstGeom>
        </p:spPr>
      </p:pic>
    </p:spTree>
    <p:extLst>
      <p:ext uri="{BB962C8B-B14F-4D97-AF65-F5344CB8AC3E}">
        <p14:creationId xmlns:p14="http://schemas.microsoft.com/office/powerpoint/2010/main" val="2889390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4828D8-847F-649C-0394-FFCC8D9BB1CF}"/>
              </a:ext>
            </a:extLst>
          </p:cNvPr>
          <p:cNvSpPr>
            <a:spLocks noGrp="1"/>
          </p:cNvSpPr>
          <p:nvPr>
            <p:ph type="title"/>
          </p:nvPr>
        </p:nvSpPr>
        <p:spPr>
          <a:xfrm>
            <a:off x="397764" y="481564"/>
            <a:ext cx="5511330" cy="577967"/>
          </a:xfrm>
        </p:spPr>
        <p:txBody>
          <a:bodyPr/>
          <a:lstStyle/>
          <a:p>
            <a:pPr lvl="0"/>
            <a:r>
              <a:rPr lang="en-US" noProof="0" dirty="0"/>
              <a:t>Changes in design</a:t>
            </a:r>
          </a:p>
        </p:txBody>
      </p:sp>
      <p:pic>
        <p:nvPicPr>
          <p:cNvPr id="8" name="Picture Placeholder 7" descr="Logo">
            <a:extLst>
              <a:ext uri="{FF2B5EF4-FFF2-40B4-BE49-F238E27FC236}">
                <a16:creationId xmlns:a16="http://schemas.microsoft.com/office/drawing/2014/main" id="{D1A61B60-A70A-8DE3-87A2-CF73EFDB8E65}"/>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rcRect l="406" r="406"/>
          <a:stretch/>
        </p:blipFill>
        <p:spPr>
          <a:xfrm>
            <a:off x="11158320" y="5764735"/>
            <a:ext cx="630936" cy="731520"/>
          </a:xfrm>
        </p:spPr>
      </p:pic>
      <p:sp>
        <p:nvSpPr>
          <p:cNvPr id="7" name="TextBox 6">
            <a:extLst>
              <a:ext uri="{FF2B5EF4-FFF2-40B4-BE49-F238E27FC236}">
                <a16:creationId xmlns:a16="http://schemas.microsoft.com/office/drawing/2014/main" id="{0FC5C70C-E854-B96A-9AC5-C716D3D653BD}"/>
              </a:ext>
            </a:extLst>
          </p:cNvPr>
          <p:cNvSpPr txBox="1"/>
          <p:nvPr/>
        </p:nvSpPr>
        <p:spPr>
          <a:xfrm>
            <a:off x="501041" y="1440493"/>
            <a:ext cx="4659682" cy="2585323"/>
          </a:xfrm>
          <a:prstGeom prst="rect">
            <a:avLst/>
          </a:prstGeom>
          <a:noFill/>
        </p:spPr>
        <p:txBody>
          <a:bodyPr wrap="square" rtlCol="0">
            <a:spAutoFit/>
          </a:bodyPr>
          <a:lstStyle/>
          <a:p>
            <a:r>
              <a:rPr lang="en-US" dirty="0">
                <a:solidFill>
                  <a:schemeClr val="bg1"/>
                </a:solidFill>
              </a:rPr>
              <a:t>There has been a considerable change in stylization to the actual webpage design and what was previously shown in wireframes. Limitations include my experience with HTML and CSS and not fully being able to bring that original design to life. We first wanted to cater to functionality over design, as the project continues, some future design elements will be implemented.</a:t>
            </a:r>
          </a:p>
        </p:txBody>
      </p:sp>
    </p:spTree>
    <p:extLst>
      <p:ext uri="{BB962C8B-B14F-4D97-AF65-F5344CB8AC3E}">
        <p14:creationId xmlns:p14="http://schemas.microsoft.com/office/powerpoint/2010/main" val="1622932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97CE2F-B078-4223-3783-3F5310EE691C}"/>
              </a:ext>
            </a:extLst>
          </p:cNvPr>
          <p:cNvSpPr>
            <a:spLocks noGrp="1"/>
          </p:cNvSpPr>
          <p:nvPr>
            <p:ph type="title"/>
          </p:nvPr>
        </p:nvSpPr>
        <p:spPr>
          <a:xfrm>
            <a:off x="6094936" y="458695"/>
            <a:ext cx="5690715" cy="577967"/>
          </a:xfrm>
        </p:spPr>
        <p:txBody>
          <a:bodyPr/>
          <a:lstStyle/>
          <a:p>
            <a:pPr lvl="0"/>
            <a:r>
              <a:rPr lang="en-US" dirty="0"/>
              <a:t>Problems</a:t>
            </a:r>
            <a:endParaRPr lang="en-US" noProof="0" dirty="0"/>
          </a:p>
        </p:txBody>
      </p:sp>
      <p:pic>
        <p:nvPicPr>
          <p:cNvPr id="12" name="Picture Placeholder 11" descr="Logo">
            <a:extLst>
              <a:ext uri="{FF2B5EF4-FFF2-40B4-BE49-F238E27FC236}">
                <a16:creationId xmlns:a16="http://schemas.microsoft.com/office/drawing/2014/main" id="{466F7976-2EA4-1240-1102-517DD12951D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rcRect l="406" r="406"/>
          <a:stretch/>
        </p:blipFill>
        <p:spPr>
          <a:xfrm>
            <a:off x="11158320" y="5764735"/>
            <a:ext cx="630936" cy="731520"/>
          </a:xfrm>
        </p:spPr>
      </p:pic>
      <p:sp>
        <p:nvSpPr>
          <p:cNvPr id="10" name="TextBox 9">
            <a:extLst>
              <a:ext uri="{FF2B5EF4-FFF2-40B4-BE49-F238E27FC236}">
                <a16:creationId xmlns:a16="http://schemas.microsoft.com/office/drawing/2014/main" id="{DC3D07E2-FCE5-733B-59A0-0BECC6D8FEB2}"/>
              </a:ext>
            </a:extLst>
          </p:cNvPr>
          <p:cNvSpPr txBox="1"/>
          <p:nvPr/>
        </p:nvSpPr>
        <p:spPr>
          <a:xfrm>
            <a:off x="6231699" y="1184706"/>
            <a:ext cx="4709786" cy="1477328"/>
          </a:xfrm>
          <a:prstGeom prst="rect">
            <a:avLst/>
          </a:prstGeom>
          <a:noFill/>
        </p:spPr>
        <p:txBody>
          <a:bodyPr wrap="square" rtlCol="0">
            <a:spAutoFit/>
          </a:bodyPr>
          <a:lstStyle/>
          <a:p>
            <a:r>
              <a:rPr lang="en-US" dirty="0">
                <a:solidFill>
                  <a:schemeClr val="bg1"/>
                </a:solidFill>
              </a:rPr>
              <a:t>On the development/front end side, the change to the interface design was not intentional, only due lack of experience with HTML/CSS and being unable to recreate the original design elements, but functionality has stayed the same.</a:t>
            </a:r>
          </a:p>
        </p:txBody>
      </p:sp>
      <p:sp>
        <p:nvSpPr>
          <p:cNvPr id="11" name="TextBox 10">
            <a:extLst>
              <a:ext uri="{FF2B5EF4-FFF2-40B4-BE49-F238E27FC236}">
                <a16:creationId xmlns:a16="http://schemas.microsoft.com/office/drawing/2014/main" id="{E99723F1-3988-E004-E7A8-0CD561914396}"/>
              </a:ext>
            </a:extLst>
          </p:cNvPr>
          <p:cNvSpPr txBox="1"/>
          <p:nvPr/>
        </p:nvSpPr>
        <p:spPr>
          <a:xfrm>
            <a:off x="6231699" y="2810078"/>
            <a:ext cx="4709786" cy="1200329"/>
          </a:xfrm>
          <a:prstGeom prst="rect">
            <a:avLst/>
          </a:prstGeom>
          <a:noFill/>
        </p:spPr>
        <p:txBody>
          <a:bodyPr wrap="square" rtlCol="0">
            <a:spAutoFit/>
          </a:bodyPr>
          <a:lstStyle/>
          <a:p>
            <a:r>
              <a:rPr lang="en-US" dirty="0">
                <a:solidFill>
                  <a:schemeClr val="bg1"/>
                </a:solidFill>
              </a:rPr>
              <a:t>Since the integration to AWS, and our database has not commenced, the current iteration of the system is hosted entirely locally, and user information is also stored locally using JavaScript. </a:t>
            </a:r>
          </a:p>
        </p:txBody>
      </p:sp>
    </p:spTree>
    <p:extLst>
      <p:ext uri="{BB962C8B-B14F-4D97-AF65-F5344CB8AC3E}">
        <p14:creationId xmlns:p14="http://schemas.microsoft.com/office/powerpoint/2010/main" val="322893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E0BB0-59CA-6517-C07A-D05846B30D55}"/>
              </a:ext>
            </a:extLst>
          </p:cNvPr>
          <p:cNvSpPr>
            <a:spLocks noGrp="1"/>
          </p:cNvSpPr>
          <p:nvPr>
            <p:ph type="title"/>
          </p:nvPr>
        </p:nvSpPr>
        <p:spPr>
          <a:xfrm>
            <a:off x="2336900" y="3875351"/>
            <a:ext cx="5901409" cy="1722759"/>
          </a:xfrm>
        </p:spPr>
        <p:txBody>
          <a:bodyPr/>
          <a:lstStyle/>
          <a:p>
            <a:r>
              <a:rPr lang="en-US" noProof="0" dirty="0"/>
              <a:t>thank you</a:t>
            </a:r>
            <a:endParaRPr lang="en-US" dirty="0"/>
          </a:p>
        </p:txBody>
      </p:sp>
      <p:pic>
        <p:nvPicPr>
          <p:cNvPr id="9" name="Picture Placeholder 8" descr="Logo">
            <a:extLst>
              <a:ext uri="{FF2B5EF4-FFF2-40B4-BE49-F238E27FC236}">
                <a16:creationId xmlns:a16="http://schemas.microsoft.com/office/drawing/2014/main" id="{F038AC04-415F-290B-FC4C-CA3F30CB4024}"/>
              </a:ext>
            </a:extLst>
          </p:cNvPr>
          <p:cNvPicPr>
            <a:picLocks noGrp="1" noChangeAspect="1"/>
          </p:cNvPicPr>
          <p:nvPr>
            <p:ph type="pic" sz="quarter" idx="13"/>
          </p:nvPr>
        </p:nvPicPr>
        <p:blipFill>
          <a:blip r:embed="rId3">
            <a:extLst>
              <a:ext uri="{96DAC541-7B7A-43D3-8B79-37D633B846F1}">
                <asvg:svgBlip xmlns:asvg="http://schemas.microsoft.com/office/drawing/2016/SVG/main" r:embed="rId4"/>
              </a:ext>
            </a:extLst>
          </a:blip>
          <a:srcRect l="169" r="169"/>
          <a:stretch/>
        </p:blipFill>
        <p:spPr>
          <a:xfrm>
            <a:off x="785376" y="4133963"/>
            <a:ext cx="1060704" cy="1225296"/>
          </a:xfrm>
        </p:spPr>
      </p:pic>
    </p:spTree>
    <p:extLst>
      <p:ext uri="{BB962C8B-B14F-4D97-AF65-F5344CB8AC3E}">
        <p14:creationId xmlns:p14="http://schemas.microsoft.com/office/powerpoint/2010/main" val="3171608318"/>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7530480_Win32_SL_V7" id="{ED0FC66A-AD1D-4E3A-9391-35115B74CBE5}" vid="{7399F629-2C7F-45E4-BEAE-E5FA34327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0D83FE-2DFD-4742-B957-F0005799F99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2F5C7A4-AE5B-4410-9A36-27136EE81401}">
  <ds:schemaRefs>
    <ds:schemaRef ds:uri="http://schemas.microsoft.com/sharepoint/v3/contenttype/forms"/>
  </ds:schemaRefs>
</ds:datastoreItem>
</file>

<file path=customXml/itemProps3.xml><?xml version="1.0" encoding="utf-8"?>
<ds:datastoreItem xmlns:ds="http://schemas.openxmlformats.org/officeDocument/2006/customXml" ds:itemID="{BB6E554D-0373-4572-82D6-B57355A00D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Fair squares presentation</Template>
  <TotalTime>166</TotalTime>
  <Words>390</Words>
  <Application>Microsoft Office PowerPoint</Application>
  <PresentationFormat>Widescreen</PresentationFormat>
  <Paragraphs>36</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Gill Sans MT</vt:lpstr>
      <vt:lpstr>Impact</vt:lpstr>
      <vt:lpstr>Badge</vt:lpstr>
      <vt:lpstr>SUNFORGE Markets (MiD-build deck)</vt:lpstr>
      <vt:lpstr>Technology Solution</vt:lpstr>
      <vt:lpstr>the target audience for our system</vt:lpstr>
      <vt:lpstr>Development Tools / Environment</vt:lpstr>
      <vt:lpstr>Accomplishments</vt:lpstr>
      <vt:lpstr>Function 1: Create Portfolio </vt:lpstr>
      <vt:lpstr>Function 1: view Portfolio </vt:lpstr>
      <vt:lpstr>Changes in design</vt:lpstr>
      <vt:lpstr>Problems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Brooks,Nicklaus Kirk</dc:creator>
  <cp:lastModifiedBy>Brooks,Nicklaus Kirk</cp:lastModifiedBy>
  <cp:revision>5</cp:revision>
  <dcterms:created xsi:type="dcterms:W3CDTF">2026-03-14T04:34:46Z</dcterms:created>
  <dcterms:modified xsi:type="dcterms:W3CDTF">2026-03-14T07:21:40Z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